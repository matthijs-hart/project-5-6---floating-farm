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Meeting opdrachtgever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r>
              <a:rPr lang="nl-NL" dirty="0"/>
              <a:t>	</a:t>
            </a:r>
          </a:p>
          <a:p>
            <a:r>
              <a:rPr lang="nl-NL" dirty="0"/>
              <a:t>Probleemomschrijving</a:t>
            </a:r>
          </a:p>
          <a:p>
            <a:r>
              <a:rPr lang="nl-NL" dirty="0"/>
              <a:t>Samenwerkingsovereenkomst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Accelerometer voor positiebepaling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Taken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Afgemaakte User </a:t>
            </a:r>
            <a:r>
              <a:rPr lang="nl-NL" dirty="0" err="1"/>
              <a:t>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“Als systeem wil ik sensordata waterpas hebben, zodat ik altijd nauwkeurige en realistische lezingen krijg.”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Teamwork</a:t>
            </a:r>
          </a:p>
          <a:p>
            <a:r>
              <a:rPr lang="nl-NL" dirty="0"/>
              <a:t>Taakverdeling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22</TotalTime>
  <Words>83</Words>
  <Application>Microsoft Office PowerPoint</Application>
  <PresentationFormat>Widescreen</PresentationFormat>
  <Paragraphs>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0</vt:lpstr>
      <vt:lpstr>Inhoud</vt:lpstr>
      <vt:lpstr>Afgelopen Sprint</vt:lpstr>
      <vt:lpstr>Demo(‘s)</vt:lpstr>
      <vt:lpstr>Deze Taken zijn we nog niet aan toegekomen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4</cp:revision>
  <dcterms:created xsi:type="dcterms:W3CDTF">2025-09-12T09:06:28Z</dcterms:created>
  <dcterms:modified xsi:type="dcterms:W3CDTF">2025-09-23T08:29:02Z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