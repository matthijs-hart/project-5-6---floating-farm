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 dirty="0" err="1"/>
            <a:t>Retrospective</a:t>
          </a:r>
          <a:endParaRPr lang="en-US" dirty="0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 err="1"/>
            <a:t>Retrospective</a:t>
          </a:r>
          <a:endParaRPr lang="en-US" sz="4200" kern="1200" dirty="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ows eating hay in a barn&#10;&#10;AI-generated content may be incorrect.">
            <a:extLst>
              <a:ext uri="{FF2B5EF4-FFF2-40B4-BE49-F238E27FC236}">
                <a16:creationId xmlns:a16="http://schemas.microsoft.com/office/drawing/2014/main" id="{2AA1C426-5BA6-A289-9E18-0BF408E595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62" b="216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1511" y="18668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Meeting opdrachtgever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Probleemomschrijving</a:t>
            </a:r>
          </a:p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  <a:p>
            <a:r>
              <a:rPr lang="nl-NL" dirty="0"/>
              <a:t>Onderzoeken benodigde kracht voor verplaatsing</a:t>
            </a:r>
          </a:p>
          <a:p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9AC2DB-E938-0D0B-3AA8-5C6D2FD9927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4000"/>
          </a:blip>
          <a:stretch>
            <a:fillRect/>
          </a:stretch>
        </p:blipFill>
        <p:spPr>
          <a:xfrm>
            <a:off x="738837" y="4565362"/>
            <a:ext cx="8317043" cy="2292638"/>
          </a:xfrm>
          <a:prstGeom prst="rect">
            <a:avLst/>
          </a:prstGeom>
          <a:noFill/>
          <a:ln>
            <a:noFill/>
          </a:ln>
          <a:effectLst>
            <a:reflection stA="18000" endPos="65000" dist="50800" dir="5400000" sy="-100000" algn="bl" rotWithShape="0"/>
            <a:softEdge rad="38100"/>
          </a:effectLst>
        </p:spPr>
      </p:pic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Accelerometer voor positiebepaling + </a:t>
            </a:r>
            <a:r>
              <a:rPr lang="nl-NL" dirty="0" err="1"/>
              <a:t>kleinschaals</a:t>
            </a:r>
            <a:r>
              <a:rPr lang="nl-NL" dirty="0"/>
              <a:t> platform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Dit is nog niet klaar, maar…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uit board with many small holes&#10;&#10;AI-generated content may be incorrect.">
            <a:extLst>
              <a:ext uri="{FF2B5EF4-FFF2-40B4-BE49-F238E27FC236}">
                <a16:creationId xmlns:a16="http://schemas.microsoft.com/office/drawing/2014/main" id="{D71CE9BD-FAB9-AE33-96D9-2A7A71998F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1" b="274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/>
              <a:t>Afgemaakte User 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“Als systeem wil ik sensordata waterpas hebben, zodat ik altijd nauwkeurige en realistische lezingen krijg.”</a:t>
            </a:r>
          </a:p>
          <a:p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6ABF42-8D9B-7C99-BBCA-2E382F05C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695" y="4488001"/>
            <a:ext cx="12280214" cy="71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1" y="609600"/>
            <a:ext cx="6573685" cy="1905000"/>
          </a:xfrm>
        </p:spPr>
        <p:txBody>
          <a:bodyPr>
            <a:normAutofit/>
          </a:bodyPr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192" y="2666999"/>
            <a:ext cx="6573684" cy="3216276"/>
          </a:xfrm>
        </p:spPr>
        <p:txBody>
          <a:bodyPr anchor="t">
            <a:normAutofit/>
          </a:bodyPr>
          <a:lstStyle/>
          <a:p>
            <a:r>
              <a:rPr lang="nl-NL" dirty="0"/>
              <a:t>Teamwork - communicatie</a:t>
            </a:r>
          </a:p>
          <a:p>
            <a:r>
              <a:rPr lang="nl-NL" dirty="0"/>
              <a:t>Taakverdeling</a:t>
            </a:r>
          </a:p>
          <a:p>
            <a:r>
              <a:rPr lang="nl-NL" dirty="0"/>
              <a:t>Tijdsindeling</a:t>
            </a:r>
          </a:p>
        </p:txBody>
      </p:sp>
      <p:pic>
        <p:nvPicPr>
          <p:cNvPr id="7" name="Graphic 6" descr="Chatten">
            <a:extLst>
              <a:ext uri="{FF2B5EF4-FFF2-40B4-BE49-F238E27FC236}">
                <a16:creationId xmlns:a16="http://schemas.microsoft.com/office/drawing/2014/main" id="{7E14BBD1-9799-22C1-38D3-57425EF20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70839" y="1280585"/>
            <a:ext cx="3976788" cy="3976788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schermopname, gebouw&#10;&#10;Door AI gegenereerde inhoud is mogelijk onjuist.">
            <a:extLst>
              <a:ext uri="{FF2B5EF4-FFF2-40B4-BE49-F238E27FC236}">
                <a16:creationId xmlns:a16="http://schemas.microsoft.com/office/drawing/2014/main" id="{D75ED50C-EA50-8B7A-10AA-E6B8C7D63A1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rcRect l="4889" r="1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Onderzoeken manieren hoogteverplaatsing boerderij</a:t>
            </a:r>
          </a:p>
          <a:p>
            <a:r>
              <a:rPr lang="nl-NL" dirty="0"/>
              <a:t>Pompen onderzoeken</a:t>
            </a:r>
          </a:p>
          <a:p>
            <a:r>
              <a:rPr lang="nl-NL" dirty="0"/>
              <a:t>Schaalmodel uitbreiden</a:t>
            </a:r>
          </a:p>
          <a:p>
            <a:r>
              <a:rPr lang="nl-NL" dirty="0"/>
              <a:t>Waterdichtheid onderzoeken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3003910"/>
            <a:ext cx="8676222" cy="21677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Vragen?</a:t>
            </a:r>
          </a:p>
        </p:txBody>
      </p:sp>
      <p:pic>
        <p:nvPicPr>
          <p:cNvPr id="7" name="Graphic 6" descr="Question mark">
            <a:extLst>
              <a:ext uri="{FF2B5EF4-FFF2-40B4-BE49-F238E27FC236}">
                <a16:creationId xmlns:a16="http://schemas.microsoft.com/office/drawing/2014/main" id="{000F95B1-A80D-E77C-F00E-94B027D04C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1122" y="640080"/>
            <a:ext cx="1985133" cy="1985133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1302</TotalTime>
  <Words>104</Words>
  <Application>Microsoft Office PowerPoint</Application>
  <PresentationFormat>Widescreen</PresentationFormat>
  <Paragraphs>30</Paragraphs>
  <Slides>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Sprint review 0</vt:lpstr>
      <vt:lpstr>Inhoud</vt:lpstr>
      <vt:lpstr>Afgelopen Sprint</vt:lpstr>
      <vt:lpstr>Demo(‘s)</vt:lpstr>
      <vt:lpstr>Dit is nog niet klaar, maar…</vt:lpstr>
      <vt:lpstr>Afgemaakte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10</cp:revision>
  <dcterms:created xsi:type="dcterms:W3CDTF">2025-09-12T09:06:28Z</dcterms:created>
  <dcterms:modified xsi:type="dcterms:W3CDTF">2025-09-24T07:31:44Z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