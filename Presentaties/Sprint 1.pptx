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/>
            <a:t>Afgelopen Sprint</a:t>
          </a:r>
          <a:endParaRPr lang="en-US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 dirty="0" err="1"/>
            <a:t>Retrospective</a:t>
          </a:r>
          <a:endParaRPr lang="en-US" dirty="0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Afgelopen Sprint</a:t>
          </a:r>
          <a:endParaRPr lang="en-US" sz="4200" kern="120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22719"/>
                <a:satOff val="9703"/>
                <a:lumOff val="-196"/>
                <a:alphaOff val="0"/>
                <a:tint val="96000"/>
                <a:lumMod val="104000"/>
              </a:schemeClr>
            </a:gs>
            <a:gs pos="100000">
              <a:schemeClr val="accent2">
                <a:hueOff val="-122719"/>
                <a:satOff val="9703"/>
                <a:lumOff val="-196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122719"/>
              <a:satOff val="9703"/>
              <a:lumOff val="-196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45438"/>
                <a:satOff val="19406"/>
                <a:lumOff val="-392"/>
                <a:alphaOff val="0"/>
                <a:tint val="96000"/>
                <a:lumMod val="104000"/>
              </a:schemeClr>
            </a:gs>
            <a:gs pos="100000">
              <a:schemeClr val="accent2">
                <a:hueOff val="-245438"/>
                <a:satOff val="19406"/>
                <a:lumOff val="-392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245438"/>
              <a:satOff val="19406"/>
              <a:lumOff val="-392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68156"/>
                <a:satOff val="29109"/>
                <a:lumOff val="-588"/>
                <a:alphaOff val="0"/>
                <a:tint val="96000"/>
                <a:lumMod val="104000"/>
              </a:schemeClr>
            </a:gs>
            <a:gs pos="100000">
              <a:schemeClr val="accent2">
                <a:hueOff val="-368156"/>
                <a:satOff val="29109"/>
                <a:lumOff val="-588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368156"/>
              <a:satOff val="29109"/>
              <a:lumOff val="-588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 dirty="0" err="1"/>
            <a:t>Retrospective</a:t>
          </a:r>
          <a:endParaRPr lang="en-US" sz="4200" kern="1200" dirty="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Volgende Sprint</a:t>
          </a:r>
          <a:endParaRPr lang="en-US" sz="4200" kern="120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4464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1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507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259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135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793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71033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003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11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188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4341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602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000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659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6866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22345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893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9172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Sprint review 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Jamie </a:t>
            </a:r>
            <a:r>
              <a:rPr lang="nl-NL" dirty="0" err="1"/>
              <a:t>Baaij</a:t>
            </a:r>
            <a:r>
              <a:rPr lang="nl-NL" dirty="0"/>
              <a:t>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130200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ows eating hay in a barn&#10;&#10;AI-generated content may be incorrect.">
            <a:extLst>
              <a:ext uri="{FF2B5EF4-FFF2-40B4-BE49-F238E27FC236}">
                <a16:creationId xmlns:a16="http://schemas.microsoft.com/office/drawing/2014/main" id="{2AA1C426-5BA6-A289-9E18-0BF408E595D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62" b="21638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>
            <a:normAutofit/>
          </a:bodyPr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1511" y="1866899"/>
            <a:ext cx="9905998" cy="3124201"/>
          </a:xfrm>
        </p:spPr>
        <p:txBody>
          <a:bodyPr>
            <a:normAutofit/>
          </a:bodyPr>
          <a:lstStyle/>
          <a:p>
            <a:r>
              <a:rPr lang="nl-NL" dirty="0"/>
              <a:t>Meeting opdrachtgever</a:t>
            </a:r>
          </a:p>
          <a:p>
            <a:r>
              <a:rPr lang="nl-NL" dirty="0"/>
              <a:t>Product </a:t>
            </a:r>
            <a:r>
              <a:rPr lang="nl-NL" dirty="0" err="1"/>
              <a:t>Backlog</a:t>
            </a:r>
            <a:endParaRPr lang="nl-NL" dirty="0"/>
          </a:p>
          <a:p>
            <a:r>
              <a:rPr lang="nl-NL" dirty="0"/>
              <a:t>Probleemomschrijving</a:t>
            </a:r>
          </a:p>
          <a:p>
            <a:r>
              <a:rPr lang="nl-NL" dirty="0"/>
              <a:t>Samenwerkingsovereenkomst</a:t>
            </a:r>
          </a:p>
          <a:p>
            <a:r>
              <a:rPr lang="nl-NL" dirty="0" err="1"/>
              <a:t>Requirements</a:t>
            </a:r>
            <a:r>
              <a:rPr lang="nl-NL" dirty="0"/>
              <a:t> opstellen</a:t>
            </a:r>
          </a:p>
          <a:p>
            <a:r>
              <a:rPr lang="nl-NL" dirty="0"/>
              <a:t>Onderzoeken benodigde kracht voor verplaatsing</a:t>
            </a:r>
          </a:p>
          <a:p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9AC2DB-E938-0D0B-3AA8-5C6D2FD9927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64000"/>
          </a:blip>
          <a:stretch>
            <a:fillRect/>
          </a:stretch>
        </p:blipFill>
        <p:spPr>
          <a:xfrm>
            <a:off x="738837" y="4565362"/>
            <a:ext cx="8317043" cy="2292638"/>
          </a:xfrm>
          <a:prstGeom prst="rect">
            <a:avLst/>
          </a:prstGeom>
          <a:noFill/>
          <a:ln>
            <a:noFill/>
          </a:ln>
          <a:effectLst>
            <a:reflection stA="18000" endPos="65000" dist="50800" dir="5400000" sy="-100000" algn="bl" rotWithShape="0"/>
            <a:softEdge rad="38100"/>
          </a:effectLst>
        </p:spPr>
      </p:pic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Accelerometer voor positiebepaling + </a:t>
            </a:r>
            <a:r>
              <a:rPr lang="nl-NL" dirty="0" err="1"/>
              <a:t>kleinschaals</a:t>
            </a:r>
            <a:r>
              <a:rPr lang="nl-NL" dirty="0"/>
              <a:t> platform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Dit is nog niet klaar, maar…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Requirements</a:t>
            </a:r>
            <a:r>
              <a:rPr lang="nl-NL" dirty="0"/>
              <a:t> opstellen</a:t>
            </a:r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circuit board with many small holes&#10;&#10;AI-generated content may be incorrect.">
            <a:extLst>
              <a:ext uri="{FF2B5EF4-FFF2-40B4-BE49-F238E27FC236}">
                <a16:creationId xmlns:a16="http://schemas.microsoft.com/office/drawing/2014/main" id="{D71CE9BD-FAB9-AE33-96D9-2A7A71998FB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1" b="2742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36BE77-4137-A7E7-727D-8E8D0F18C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>
            <a:normAutofit/>
          </a:bodyPr>
          <a:lstStyle/>
          <a:p>
            <a:r>
              <a:rPr lang="nl-NL"/>
              <a:t>Afgemaakte User Stories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21A77-81D4-CC69-C598-4A4B1DE09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124201"/>
          </a:xfrm>
        </p:spPr>
        <p:txBody>
          <a:bodyPr>
            <a:normAutofit/>
          </a:bodyPr>
          <a:lstStyle/>
          <a:p>
            <a:r>
              <a:rPr lang="nl-NL" dirty="0"/>
              <a:t>“Als systeem wil ik sensordata waterpas hebben, zodat ik altijd nauwkeurige en realistische lezingen krijg.”</a:t>
            </a:r>
          </a:p>
          <a:p>
            <a:endParaRPr lang="nl-N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6ABF42-8D9B-7C99-BBCA-2E382F05C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695" y="4488001"/>
            <a:ext cx="12280214" cy="713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155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Teamwork - communicatie</a:t>
            </a:r>
          </a:p>
          <a:p>
            <a:r>
              <a:rPr lang="nl-NL" dirty="0"/>
              <a:t>Taakverdeling</a:t>
            </a:r>
          </a:p>
          <a:p>
            <a:r>
              <a:rPr lang="nl-NL" dirty="0"/>
              <a:t>Tijdsindeling</a:t>
            </a:r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Onderzoeken manieren hoogteverplaatsing boerderij</a:t>
            </a:r>
          </a:p>
          <a:p>
            <a:r>
              <a:rPr lang="nl-NL" dirty="0"/>
              <a:t>Pompen onderzoeken</a:t>
            </a:r>
          </a:p>
          <a:p>
            <a:r>
              <a:rPr lang="nl-NL" dirty="0"/>
              <a:t>Schaalmodel uitbreiden</a:t>
            </a:r>
          </a:p>
          <a:p>
            <a:r>
              <a:rPr lang="nl-NL" dirty="0"/>
              <a:t>Waterdichtheid onderzoeken</a:t>
            </a:r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82</TotalTime>
  <Words>105</Words>
  <Application>Microsoft Office PowerPoint</Application>
  <PresentationFormat>Widescreen</PresentationFormat>
  <Paragraphs>31</Paragraphs>
  <Slides>9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Century Gothic</vt:lpstr>
      <vt:lpstr>Mesh</vt:lpstr>
      <vt:lpstr>Sprint review 0</vt:lpstr>
      <vt:lpstr>Inhoud</vt:lpstr>
      <vt:lpstr>Afgelopen Sprint</vt:lpstr>
      <vt:lpstr>Demo(‘s)</vt:lpstr>
      <vt:lpstr>Dit is nog niet klaar, maar…</vt:lpstr>
      <vt:lpstr>Afgemaakte User Stories</vt:lpstr>
      <vt:lpstr>retrospective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8</cp:revision>
  <dcterms:created xsi:type="dcterms:W3CDTF">2025-09-12T09:06:28Z</dcterms:created>
  <dcterms:modified xsi:type="dcterms:W3CDTF">2025-09-23T10:56:44Z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