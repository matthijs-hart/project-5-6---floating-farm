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 dirty="0" err="1"/>
            <a:t>Retrospective</a:t>
          </a:r>
          <a:endParaRPr lang="en-US" dirty="0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 dirty="0" err="1"/>
            <a:t>Retrospective</a:t>
          </a:r>
          <a:endParaRPr lang="en-US" sz="4200" kern="1200" dirty="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white box with four shelves&#10;&#10;AI-generated content may be incorrect.">
            <a:extLst>
              <a:ext uri="{FF2B5EF4-FFF2-40B4-BE49-F238E27FC236}">
                <a16:creationId xmlns:a16="http://schemas.microsoft.com/office/drawing/2014/main" id="{2AA1C426-5BA6-A289-9E18-0BF408E595D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endParaRPr lang="nl-NL" dirty="0"/>
          </a:p>
          <a:p>
            <a:r>
              <a:rPr lang="nl-NL" dirty="0"/>
              <a:t>Probleemomschrijving</a:t>
            </a:r>
          </a:p>
          <a:p>
            <a:r>
              <a:rPr lang="nl-NL" dirty="0"/>
              <a:t>Samenwerkingsovereenkomst</a:t>
            </a:r>
          </a:p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 + </a:t>
            </a:r>
            <a:r>
              <a:rPr lang="nl-NL" dirty="0" err="1"/>
              <a:t>kleinschaals</a:t>
            </a:r>
            <a:r>
              <a:rPr lang="nl-NL" dirty="0"/>
              <a:t> platform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Dit is nog niet klaar, maar…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D71CE9BD-FAB9-AE33-96D9-2A7A71998FB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1" b="27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>
            <a:normAutofit/>
          </a:bodyPr>
          <a:lstStyle/>
          <a:p>
            <a:r>
              <a:rPr lang="nl-NL"/>
              <a:t>Afgemaakte User 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124201"/>
          </a:xfrm>
        </p:spPr>
        <p:txBody>
          <a:bodyPr>
            <a:normAutofit/>
          </a:bodyPr>
          <a:lstStyle/>
          <a:p>
            <a:r>
              <a:rPr lang="nl-NL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6ABF42-8D9B-7C99-BBCA-2E382F05C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5695" y="4488001"/>
            <a:ext cx="12280214" cy="71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Teamwork - communicatie</a:t>
            </a:r>
          </a:p>
          <a:p>
            <a:r>
              <a:rPr lang="nl-NL" dirty="0"/>
              <a:t>Taakverdeling</a:t>
            </a:r>
          </a:p>
          <a:p>
            <a:r>
              <a:rPr lang="nl-NL" dirty="0"/>
              <a:t>Tijdsindeling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Onderzoeken manieren hoogteverplaatsing boerderij</a:t>
            </a:r>
          </a:p>
          <a:p>
            <a:r>
              <a:rPr lang="nl-NL" dirty="0"/>
              <a:t>Pompen onderzoeken</a:t>
            </a:r>
          </a:p>
          <a:p>
            <a:r>
              <a:rPr lang="nl-NL" dirty="0"/>
              <a:t>Onderzoeken benodigde kracht voor verplaatsing</a:t>
            </a:r>
          </a:p>
          <a:p>
            <a:r>
              <a:rPr lang="nl-NL" dirty="0"/>
              <a:t>Schaalmodel uitbreiden</a:t>
            </a:r>
          </a:p>
          <a:p>
            <a:r>
              <a:rPr lang="nl-NL" dirty="0"/>
              <a:t>Waterdichtheid onderzoeken</a:t>
            </a:r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62</TotalTime>
  <Words>105</Words>
  <Application>Microsoft Office PowerPoint</Application>
  <PresentationFormat>Widescreen</PresentationFormat>
  <Paragraphs>31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Dit is nog niet klaar, maar…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7</cp:revision>
  <dcterms:created xsi:type="dcterms:W3CDTF">2025-09-12T09:06:28Z</dcterms:created>
  <dcterms:modified xsi:type="dcterms:W3CDTF">2025-09-23T10:16:24Z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