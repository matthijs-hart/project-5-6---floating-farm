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E01E-4665-6221-9ECC-609A518D5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E27F9-51D5-49CE-19FE-2C6FBA84A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DE6DB-431A-8478-9F25-B932961E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C4348-CB00-5453-E49D-95745846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E4855-17BD-EE13-C166-C7367786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928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4D39-6699-47D2-A34B-F6958C1C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27EA-7140-028E-5570-323F01E5D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1D2F1-5729-694E-F4DB-4F67E702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16EEC-71CF-21C1-0594-2362D777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C7814-B135-6472-5613-0A5B9EBE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989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C8FF-7795-0288-DD0C-86FBD0EC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EDF6C-ED8C-089F-6AF2-336B51586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526C6-D498-6406-BF53-997564CD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4D301-EFFA-1D30-8464-30F47684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35447-F750-F852-DC3A-CA43C752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13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C2212-8680-81FD-9091-7A0C4AF3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66B4A-3586-9483-C599-06A9930C4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14FE1-06F2-76F5-EC1C-2E453A9D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7A169-0A2D-94EA-9850-A37FE053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2959A-D369-C280-EEE0-64D20DCF9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10F93-0F4B-77F4-A989-EBE85300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217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07A7-1F8D-E1BC-FD16-B58D3EB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7D13A-703C-4FFF-96E4-9F850C28F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7158F-5BA3-E537-93AF-578406F32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B93F2-B2D2-D775-979A-F5B669F0D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EF378-C4B4-F204-C0A0-BF86666ED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CE8ED-4D65-DBF0-1A12-FE5D63E6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F6F4D-F98D-1D19-0A44-AB5A81E7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2B54C-051D-22F7-0E47-3190536C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47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F4F1-0584-7DB9-2852-8373D6DD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CCC34-7A42-C1EE-877D-0EA0285B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27AD4-DE5E-AD31-2D21-43954771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06F72-4540-BEAF-DA6F-07BDD7A3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225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CAC52-025B-163D-44C3-E5E57CF8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25848-1E57-CBFA-F11B-5AEFB804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1DECD-0DA9-0CC1-155C-0CE211D5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987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3070-6F12-2464-3999-86C2B33C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95F5A-79E7-E901-3101-A77C83B55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5195-DF24-9B83-5EE3-3825247DE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876B9-BADA-E705-A784-96180926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C892D-7A59-AA26-54C3-8B89CBB4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2AACB-3F36-6DB6-945A-AB5D7628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291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4E63-65F4-3C65-9B1D-BEB06E634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A101A4-4CBF-8AE5-082D-FFDA5873E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3C93E-0569-E3F4-47DF-6BDBFFCAE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B505D-29A7-9205-74F5-54164227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6B531-D35F-3B90-BDBB-C775485D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7A150-FBEF-C2BA-B1A0-04DFEFED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1695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DD61-94E1-F9A8-B340-58098265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8DB20-FBF9-1350-A897-7C1BDF39C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F9BBD-CF21-6420-D510-98CCA8F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94F2-D4D6-F598-1A2E-9C3A0035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BCBAD-D7A1-595D-D595-793D28C7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40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14D55-0A10-E285-0910-E573EFBFA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0AB94-1FD5-9BF6-299B-D0932A94A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2DC07-04FE-2E0A-FB47-E76C2EC7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8CE83-14B3-CCE4-5A48-15CBF7ED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ECECF-8F29-4496-67DB-DB12241E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184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4EA53-CB24-8E07-A211-CBDF1C21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92D16-C65C-7ECB-1DB8-C25287C25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110A6-6209-9FD2-4274-848A1742C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B9113-3D59-41F4-89F0-7862FADBBC85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9C21-8CD8-73A7-1541-F346F7036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93D55-AD0E-3568-B7CD-8444FA224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A0D2B-81AA-43EE-81FE-EC3A1D77C3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581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uilding with a roof and a pool&#10;&#10;AI-generated content may be incorrect.">
            <a:extLst>
              <a:ext uri="{FF2B5EF4-FFF2-40B4-BE49-F238E27FC236}">
                <a16:creationId xmlns:a16="http://schemas.microsoft.com/office/drawing/2014/main" id="{BA9AFAD6-0BA9-BAD5-CEF0-97E56EC4B1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  <a:noFill/>
          <a:effectLst>
            <a:outerShdw sx="1000" sy="1000" algn="ctr" rotWithShape="0">
              <a:srgbClr val="000000"/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3E6EB-757F-76DB-E94A-535CD1B29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nl-NL" sz="5200" dirty="0">
                <a:solidFill>
                  <a:srgbClr val="FFFFFF"/>
                </a:solidFill>
              </a:rPr>
              <a:t>50% </a:t>
            </a:r>
            <a:br>
              <a:rPr lang="nl-NL" sz="5200" dirty="0">
                <a:solidFill>
                  <a:srgbClr val="FFFFFF"/>
                </a:solidFill>
              </a:rPr>
            </a:br>
            <a:endParaRPr lang="nl-NL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92E78-80CC-200F-B308-5DA50C71C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0614" y="5203110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nl-NL" dirty="0" err="1">
                <a:solidFill>
                  <a:srgbClr val="FFFFFF"/>
                </a:solidFill>
              </a:rPr>
              <a:t>Kyrill</a:t>
            </a:r>
            <a:r>
              <a:rPr lang="nl-NL" dirty="0">
                <a:solidFill>
                  <a:srgbClr val="FFFFFF"/>
                </a:solidFill>
              </a:rPr>
              <a:t> Kriek, </a:t>
            </a:r>
            <a:r>
              <a:rPr lang="nl-NL" dirty="0" err="1">
                <a:solidFill>
                  <a:srgbClr val="FFFFFF"/>
                </a:solidFill>
              </a:rPr>
              <a:t>Dax</a:t>
            </a:r>
            <a:r>
              <a:rPr lang="nl-NL" dirty="0">
                <a:solidFill>
                  <a:srgbClr val="FFFFFF"/>
                </a:solidFill>
              </a:rPr>
              <a:t> Visser, Matthijs ‘t Hart</a:t>
            </a:r>
          </a:p>
          <a:p>
            <a:pPr algn="l"/>
            <a:r>
              <a:rPr lang="nl-NL" dirty="0">
                <a:solidFill>
                  <a:srgbClr val="FFFFFF"/>
                </a:solidFill>
              </a:rPr>
              <a:t>TI2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6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4C981-BC56-3ECA-3AC0-2E1389711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nl-NL" sz="5400"/>
              <a:t>Wat doen wij?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3B210-68BA-D4CA-A302-A05A45CD5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nl-NL" sz="2200"/>
              <a:t>Floating Farm?</a:t>
            </a:r>
          </a:p>
          <a:p>
            <a:r>
              <a:rPr lang="nl-NL" sz="2200"/>
              <a:t>Waarom? Vertical Farming Systeem</a:t>
            </a:r>
          </a:p>
        </p:txBody>
      </p:sp>
      <p:pic>
        <p:nvPicPr>
          <p:cNvPr id="4" name="Afbeelding 4" descr="Afbeelding met buitenshuis, plant, staal&#10;&#10;Door AI gegenereerde inhoud is mogelijk onjuist.">
            <a:extLst>
              <a:ext uri="{FF2B5EF4-FFF2-40B4-BE49-F238E27FC236}">
                <a16:creationId xmlns:a16="http://schemas.microsoft.com/office/drawing/2014/main" id="{D3A42DEC-5A3B-89BE-8DB8-ACE9DF831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9" r="1664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1844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A85F-1010-1738-A22F-1AF5AAE5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42E9-7BA1-2547-43C0-E34C18795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Wat hebben we gedaan?</a:t>
            </a:r>
            <a:br>
              <a:rPr lang="nl-NL" dirty="0"/>
            </a:br>
            <a:r>
              <a:rPr lang="nl-NL" dirty="0"/>
              <a:t>- Positiemeting</a:t>
            </a:r>
            <a:br>
              <a:rPr lang="nl-NL" dirty="0"/>
            </a:br>
            <a:r>
              <a:rPr lang="nl-NL" dirty="0"/>
              <a:t>- Ballasttanks</a:t>
            </a:r>
            <a:br>
              <a:rPr lang="nl-NL" dirty="0"/>
            </a:br>
            <a:r>
              <a:rPr lang="nl-NL" dirty="0"/>
              <a:t>- User Interface</a:t>
            </a:r>
          </a:p>
          <a:p>
            <a:r>
              <a:rPr lang="nl-NL" dirty="0"/>
              <a:t>Demo’s | schaalmodel</a:t>
            </a:r>
          </a:p>
          <a:p>
            <a:r>
              <a:rPr lang="nl-NL" dirty="0"/>
              <a:t>Wat moet er nog gebeuren?</a:t>
            </a:r>
          </a:p>
          <a:p>
            <a:r>
              <a:rPr lang="nl-NL" dirty="0" err="1"/>
              <a:t>Retrospective</a:t>
            </a:r>
            <a:r>
              <a:rPr lang="nl-NL" dirty="0"/>
              <a:t> – zitten wij op 50%? </a:t>
            </a:r>
          </a:p>
          <a:p>
            <a:r>
              <a:rPr lang="nl-NL" dirty="0"/>
              <a:t>Volgende periode?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590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8BD4-7F5A-71F4-8B77-36A53555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Wat hebben wij gedaan?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1C4DA-5219-1A64-881B-94BA1D0AC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i="1"/>
              <a:t>Hoe gaan wij de positie van de Floating Farm meten/bijhouden?</a:t>
            </a:r>
          </a:p>
          <a:p>
            <a:pPr>
              <a:buFontTx/>
              <a:buChar char="-"/>
            </a:pPr>
            <a:r>
              <a:rPr lang="nl-NL"/>
              <a:t>Accelerometer – MPU6050</a:t>
            </a:r>
          </a:p>
          <a:p>
            <a:pPr>
              <a:buFontTx/>
              <a:buChar char="-"/>
            </a:pPr>
            <a:r>
              <a:rPr lang="nl-NL"/>
              <a:t>Kalibratie?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1E602-3C24-7B80-5931-07EC3982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854" y="182562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1324-5913-1F58-097E-CA65BD75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FBA2-0D68-243E-0408-4980B1C0A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i="1" dirty="0"/>
              <a:t>Hoe gaan wij dan de </a:t>
            </a:r>
            <a:r>
              <a:rPr lang="nl-NL" i="1" dirty="0" err="1"/>
              <a:t>Floating</a:t>
            </a:r>
            <a:r>
              <a:rPr lang="nl-NL" i="1" dirty="0"/>
              <a:t> Farm stabiliseren?</a:t>
            </a:r>
          </a:p>
          <a:p>
            <a:pPr>
              <a:buFontTx/>
              <a:buChar char="-"/>
            </a:pPr>
            <a:r>
              <a:rPr lang="nl-NL" dirty="0"/>
              <a:t>Ballasttanks – Onderzeeërs</a:t>
            </a:r>
          </a:p>
          <a:p>
            <a:pPr>
              <a:buFontTx/>
              <a:buChar char="-"/>
            </a:pPr>
            <a:r>
              <a:rPr lang="nl-NL" dirty="0"/>
              <a:t>Configuratie?</a:t>
            </a:r>
          </a:p>
          <a:p>
            <a:pPr>
              <a:buFontTx/>
              <a:buChar char="-"/>
            </a:pPr>
            <a:r>
              <a:rPr lang="nl-NL" dirty="0"/>
              <a:t>Waterpompen?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64D2C-19ED-6C22-F04F-F2A78827C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796" y="2295681"/>
            <a:ext cx="6209259" cy="198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0EEF-5EAD-02F0-2CF2-B9FD7A19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EF7D-FCBA-C707-E19D-CB8DA47FE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i="1" dirty="0"/>
              <a:t>Wat moet de gebruiker kunnen zien? En hoe gaan we die info overbrengen?</a:t>
            </a:r>
          </a:p>
          <a:p>
            <a:pPr>
              <a:buFontTx/>
              <a:buChar char="-"/>
            </a:pPr>
            <a:r>
              <a:rPr lang="nl-NL" dirty="0"/>
              <a:t>User Interface met gebruik van </a:t>
            </a:r>
            <a:r>
              <a:rPr lang="nl-NL" dirty="0" err="1"/>
              <a:t>Unity</a:t>
            </a:r>
            <a:endParaRPr lang="nl-NL" dirty="0"/>
          </a:p>
          <a:p>
            <a:pPr>
              <a:buFontTx/>
              <a:buChar char="-"/>
            </a:pPr>
            <a:r>
              <a:rPr lang="nl-NL" dirty="0"/>
              <a:t>Draadloos?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6B289-0C10-67B8-7A26-30F910107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985" y="2473376"/>
            <a:ext cx="3537825" cy="36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5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3712-186F-9C67-41AA-98E10EC2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UI met schaalmodel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A6B2-1268-8431-D84B-5F626895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385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854E-5A2E-29EA-805D-C240AECD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moet er nog gebeuren?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E0D9E-4668-B3CE-8B00-FE3748F7F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Waterpompen aansturen?</a:t>
            </a:r>
          </a:p>
          <a:p>
            <a:r>
              <a:rPr lang="nl-NL" dirty="0"/>
              <a:t>Algoritme(s)</a:t>
            </a:r>
          </a:p>
        </p:txBody>
      </p:sp>
    </p:spTree>
    <p:extLst>
      <p:ext uri="{BB962C8B-B14F-4D97-AF65-F5344CB8AC3E}">
        <p14:creationId xmlns:p14="http://schemas.microsoft.com/office/powerpoint/2010/main" val="413522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DF13-7D66-DB8A-AFB7-126DB7D0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09825-362F-EBAE-EA5E-1309D96F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Problemen?</a:t>
            </a:r>
          </a:p>
          <a:p>
            <a:r>
              <a:rPr lang="nl-NL" dirty="0"/>
              <a:t>Teamgenoot tekort</a:t>
            </a:r>
          </a:p>
          <a:p>
            <a:r>
              <a:rPr lang="nl-NL" dirty="0"/>
              <a:t>Samenwerking en communicatie</a:t>
            </a:r>
          </a:p>
          <a:p>
            <a:r>
              <a:rPr lang="nl-NL" dirty="0"/>
              <a:t>Zitten wij op 50%?</a:t>
            </a:r>
          </a:p>
        </p:txBody>
      </p:sp>
    </p:spTree>
    <p:extLst>
      <p:ext uri="{BB962C8B-B14F-4D97-AF65-F5344CB8AC3E}">
        <p14:creationId xmlns:p14="http://schemas.microsoft.com/office/powerpoint/2010/main" val="4564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8B5E-17D2-D854-D9A4-AFE02C7D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periode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60F1-51FE-85B0-B79D-B5F4DA648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Algoritme maken en </a:t>
            </a:r>
            <a:r>
              <a:rPr lang="nl-NL" dirty="0" err="1"/>
              <a:t>tweaken</a:t>
            </a:r>
            <a:r>
              <a:rPr lang="nl-NL" dirty="0"/>
              <a:t> – PID regelaar</a:t>
            </a:r>
          </a:p>
        </p:txBody>
      </p:sp>
    </p:spTree>
    <p:extLst>
      <p:ext uri="{BB962C8B-B14F-4D97-AF65-F5344CB8AC3E}">
        <p14:creationId xmlns:p14="http://schemas.microsoft.com/office/powerpoint/2010/main" val="91230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162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50%  </vt:lpstr>
      <vt:lpstr>Wat doen wij?</vt:lpstr>
      <vt:lpstr>Inhoudsopgave</vt:lpstr>
      <vt:lpstr>Wat hebben wij gedaan?</vt:lpstr>
      <vt:lpstr>PowerPoint Presentation</vt:lpstr>
      <vt:lpstr>PowerPoint Presentation</vt:lpstr>
      <vt:lpstr>Demo UI met schaalmodel</vt:lpstr>
      <vt:lpstr>Wat moet er nog gebeuren?</vt:lpstr>
      <vt:lpstr>Retrospective</vt:lpstr>
      <vt:lpstr>Volgende periode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Matthijs t Hart (1095080)</cp:lastModifiedBy>
  <cp:revision>1</cp:revision>
  <dcterms:created xsi:type="dcterms:W3CDTF">2025-11-11T13:33:31Z</dcterms:created>
  <dcterms:modified xsi:type="dcterms:W3CDTF">2025-11-11T14:04:29Z</dcterms:modified>
</cp:coreProperties>
</file>