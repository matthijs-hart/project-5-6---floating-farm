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4"/>
  </p:sldMasterIdLst>
  <p:sldIdLst>
    <p:sldId id="256" r:id="rId5"/>
    <p:sldId id="269" r:id="rId6"/>
    <p:sldId id="257" r:id="rId7"/>
    <p:sldId id="258" r:id="rId8"/>
    <p:sldId id="270" r:id="rId9"/>
    <p:sldId id="271" r:id="rId10"/>
    <p:sldId id="274" r:id="rId11"/>
    <p:sldId id="272" r:id="rId12"/>
    <p:sldId id="260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CF025-71C6-4A79-82F7-3365A43B7B07}" v="12" dt="2025-11-25T11:40:15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x Visser (1110166)" userId="18ef0d71-56ab-4448-86a5-7ac2420fc301" providerId="ADAL" clId="{2C3CF025-71C6-4A79-82F7-3365A43B7B07}"/>
    <pc:docChg chg="custSel modSld">
      <pc:chgData name="Dax Visser (1110166)" userId="18ef0d71-56ab-4448-86a5-7ac2420fc301" providerId="ADAL" clId="{2C3CF025-71C6-4A79-82F7-3365A43B7B07}" dt="2026-01-06T10:27:26.886" v="28" actId="339"/>
      <pc:docMkLst>
        <pc:docMk/>
      </pc:docMkLst>
      <pc:sldChg chg="addSp modSp mod modAnim">
        <pc:chgData name="Dax Visser (1110166)" userId="18ef0d71-56ab-4448-86a5-7ac2420fc301" providerId="ADAL" clId="{2C3CF025-71C6-4A79-82F7-3365A43B7B07}" dt="2026-01-06T10:27:26.886" v="28" actId="339"/>
        <pc:sldMkLst>
          <pc:docMk/>
          <pc:sldMk cId="1698587137" sldId="270"/>
        </pc:sldMkLst>
        <pc:graphicFrameChg chg="add mod modGraphic">
          <ac:chgData name="Dax Visser (1110166)" userId="18ef0d71-56ab-4448-86a5-7ac2420fc301" providerId="ADAL" clId="{2C3CF025-71C6-4A79-82F7-3365A43B7B07}" dt="2026-01-06T10:27:26.886" v="28" actId="339"/>
          <ac:graphicFrameMkLst>
            <pc:docMk/>
            <pc:sldMk cId="1698587137" sldId="270"/>
            <ac:graphicFrameMk id="4" creationId="{D3FD436B-84D2-562C-90F8-F3980E1E393D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A44AA-7B44-4C6A-8E45-1D4360E100E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1041D84-036D-4C99-9F44-6591B12AF9AD}">
      <dgm:prSet/>
      <dgm:spPr/>
      <dgm:t>
        <a:bodyPr/>
        <a:lstStyle/>
        <a:p>
          <a:r>
            <a:rPr lang="nl-NL"/>
            <a:t>Afgelopen Sprint</a:t>
          </a:r>
          <a:endParaRPr lang="en-US"/>
        </a:p>
      </dgm:t>
    </dgm:pt>
    <dgm:pt modelId="{B322792F-B228-47DD-A19E-4417979C5367}" type="parTrans" cxnId="{44F21DE2-BDCE-46D0-88F6-F0561C284F17}">
      <dgm:prSet/>
      <dgm:spPr/>
      <dgm:t>
        <a:bodyPr/>
        <a:lstStyle/>
        <a:p>
          <a:endParaRPr lang="en-US"/>
        </a:p>
      </dgm:t>
    </dgm:pt>
    <dgm:pt modelId="{FE32F3CE-8862-453C-A83C-E6C4CC10271F}" type="sibTrans" cxnId="{44F21DE2-BDCE-46D0-88F6-F0561C284F17}">
      <dgm:prSet/>
      <dgm:spPr/>
      <dgm:t>
        <a:bodyPr/>
        <a:lstStyle/>
        <a:p>
          <a:endParaRPr lang="en-US"/>
        </a:p>
      </dgm:t>
    </dgm:pt>
    <dgm:pt modelId="{6395127E-9425-4E4D-A825-6DE9888D5708}">
      <dgm:prSet/>
      <dgm:spPr/>
      <dgm:t>
        <a:bodyPr/>
        <a:lstStyle/>
        <a:p>
          <a:r>
            <a:rPr lang="nl-NL" dirty="0"/>
            <a:t>Demo’s</a:t>
          </a:r>
          <a:endParaRPr lang="en-US" dirty="0"/>
        </a:p>
      </dgm:t>
    </dgm:pt>
    <dgm:pt modelId="{D37EE379-4C3E-4BE2-9DBB-37AD4EBEF7A3}" type="parTrans" cxnId="{8BAB5D6A-2E83-4D8D-B5FD-F2F903F4931C}">
      <dgm:prSet/>
      <dgm:spPr/>
      <dgm:t>
        <a:bodyPr/>
        <a:lstStyle/>
        <a:p>
          <a:endParaRPr lang="en-US"/>
        </a:p>
      </dgm:t>
    </dgm:pt>
    <dgm:pt modelId="{4B73D859-E836-4727-B5BB-6E4C2028B132}" type="sibTrans" cxnId="{8BAB5D6A-2E83-4D8D-B5FD-F2F903F4931C}">
      <dgm:prSet/>
      <dgm:spPr/>
      <dgm:t>
        <a:bodyPr/>
        <a:lstStyle/>
        <a:p>
          <a:endParaRPr lang="en-US"/>
        </a:p>
      </dgm:t>
    </dgm:pt>
    <dgm:pt modelId="{B06F7A36-16A3-4FB7-A6F2-5EE5F845E2A0}">
      <dgm:prSet/>
      <dgm:spPr/>
      <dgm:t>
        <a:bodyPr/>
        <a:lstStyle/>
        <a:p>
          <a:r>
            <a:rPr lang="nl-NL"/>
            <a:t>Retrospective</a:t>
          </a:r>
          <a:endParaRPr lang="en-US"/>
        </a:p>
      </dgm:t>
    </dgm:pt>
    <dgm:pt modelId="{460049E4-946F-4E75-B49F-8568321AA4FE}" type="parTrans" cxnId="{67B933A1-0AE5-4C4D-A0B5-EBE0A80A2588}">
      <dgm:prSet/>
      <dgm:spPr/>
      <dgm:t>
        <a:bodyPr/>
        <a:lstStyle/>
        <a:p>
          <a:endParaRPr lang="en-US"/>
        </a:p>
      </dgm:t>
    </dgm:pt>
    <dgm:pt modelId="{E8B0655A-53FC-4E6E-82E3-745952A7FFA9}" type="sibTrans" cxnId="{67B933A1-0AE5-4C4D-A0B5-EBE0A80A2588}">
      <dgm:prSet/>
      <dgm:spPr/>
      <dgm:t>
        <a:bodyPr/>
        <a:lstStyle/>
        <a:p>
          <a:endParaRPr lang="en-US"/>
        </a:p>
      </dgm:t>
    </dgm:pt>
    <dgm:pt modelId="{774E9802-F0ED-4251-ACFD-96C2E4BE2B81}">
      <dgm:prSet/>
      <dgm:spPr/>
      <dgm:t>
        <a:bodyPr/>
        <a:lstStyle/>
        <a:p>
          <a:r>
            <a:rPr lang="nl-NL"/>
            <a:t>Volgende Sprint</a:t>
          </a:r>
          <a:endParaRPr lang="en-US"/>
        </a:p>
      </dgm:t>
    </dgm:pt>
    <dgm:pt modelId="{9FA6954E-0BBC-405F-89CC-A8CDC366307F}" type="parTrans" cxnId="{2A85D742-EF0E-40C9-9790-CE7A8BE3AD25}">
      <dgm:prSet/>
      <dgm:spPr/>
      <dgm:t>
        <a:bodyPr/>
        <a:lstStyle/>
        <a:p>
          <a:endParaRPr lang="en-US"/>
        </a:p>
      </dgm:t>
    </dgm:pt>
    <dgm:pt modelId="{FBBB005E-76D7-4295-A905-DD5C8267DDE3}" type="sibTrans" cxnId="{2A85D742-EF0E-40C9-9790-CE7A8BE3AD25}">
      <dgm:prSet/>
      <dgm:spPr/>
      <dgm:t>
        <a:bodyPr/>
        <a:lstStyle/>
        <a:p>
          <a:endParaRPr lang="en-US"/>
        </a:p>
      </dgm:t>
    </dgm:pt>
    <dgm:pt modelId="{3864E01A-4732-458C-A7E4-C8D804A0389B}" type="pres">
      <dgm:prSet presAssocID="{67DA44AA-7B44-4C6A-8E45-1D4360E100E0}" presName="vert0" presStyleCnt="0">
        <dgm:presLayoutVars>
          <dgm:dir/>
          <dgm:animOne val="branch"/>
          <dgm:animLvl val="lvl"/>
        </dgm:presLayoutVars>
      </dgm:prSet>
      <dgm:spPr/>
    </dgm:pt>
    <dgm:pt modelId="{49B59DA5-7B4B-42CE-8046-C2F335250FCC}" type="pres">
      <dgm:prSet presAssocID="{F1041D84-036D-4C99-9F44-6591B12AF9AD}" presName="thickLine" presStyleLbl="alignNode1" presStyleIdx="0" presStyleCnt="4"/>
      <dgm:spPr/>
    </dgm:pt>
    <dgm:pt modelId="{AC131272-9CCE-4D83-8594-92EF6523BC42}" type="pres">
      <dgm:prSet presAssocID="{F1041D84-036D-4C99-9F44-6591B12AF9AD}" presName="horz1" presStyleCnt="0"/>
      <dgm:spPr/>
    </dgm:pt>
    <dgm:pt modelId="{40848A1C-09E6-45A3-B202-2941E4141F6A}" type="pres">
      <dgm:prSet presAssocID="{F1041D84-036D-4C99-9F44-6591B12AF9AD}" presName="tx1" presStyleLbl="revTx" presStyleIdx="0" presStyleCnt="4"/>
      <dgm:spPr/>
    </dgm:pt>
    <dgm:pt modelId="{B86EF985-4AFB-4011-A22D-AA7E0435CDCC}" type="pres">
      <dgm:prSet presAssocID="{F1041D84-036D-4C99-9F44-6591B12AF9AD}" presName="vert1" presStyleCnt="0"/>
      <dgm:spPr/>
    </dgm:pt>
    <dgm:pt modelId="{AFAE369B-725F-4660-958B-1185EC50D468}" type="pres">
      <dgm:prSet presAssocID="{6395127E-9425-4E4D-A825-6DE9888D5708}" presName="thickLine" presStyleLbl="alignNode1" presStyleIdx="1" presStyleCnt="4"/>
      <dgm:spPr/>
    </dgm:pt>
    <dgm:pt modelId="{2D574E48-CF93-48E5-854A-CD970C54B46B}" type="pres">
      <dgm:prSet presAssocID="{6395127E-9425-4E4D-A825-6DE9888D5708}" presName="horz1" presStyleCnt="0"/>
      <dgm:spPr/>
    </dgm:pt>
    <dgm:pt modelId="{9083DD31-3468-419C-9D06-BFAA4284E75C}" type="pres">
      <dgm:prSet presAssocID="{6395127E-9425-4E4D-A825-6DE9888D5708}" presName="tx1" presStyleLbl="revTx" presStyleIdx="1" presStyleCnt="4"/>
      <dgm:spPr/>
    </dgm:pt>
    <dgm:pt modelId="{531F0789-D21E-427C-9B97-D38D20C6D3E3}" type="pres">
      <dgm:prSet presAssocID="{6395127E-9425-4E4D-A825-6DE9888D5708}" presName="vert1" presStyleCnt="0"/>
      <dgm:spPr/>
    </dgm:pt>
    <dgm:pt modelId="{C35132EF-1B63-49A9-B24F-8D83F6AC78E8}" type="pres">
      <dgm:prSet presAssocID="{B06F7A36-16A3-4FB7-A6F2-5EE5F845E2A0}" presName="thickLine" presStyleLbl="alignNode1" presStyleIdx="2" presStyleCnt="4"/>
      <dgm:spPr/>
    </dgm:pt>
    <dgm:pt modelId="{6F4B6D39-E6D9-4B1B-BCA0-3F469DF9A6B1}" type="pres">
      <dgm:prSet presAssocID="{B06F7A36-16A3-4FB7-A6F2-5EE5F845E2A0}" presName="horz1" presStyleCnt="0"/>
      <dgm:spPr/>
    </dgm:pt>
    <dgm:pt modelId="{DFF207D5-F365-444F-9CC7-E6C594A14B1B}" type="pres">
      <dgm:prSet presAssocID="{B06F7A36-16A3-4FB7-A6F2-5EE5F845E2A0}" presName="tx1" presStyleLbl="revTx" presStyleIdx="2" presStyleCnt="4"/>
      <dgm:spPr/>
    </dgm:pt>
    <dgm:pt modelId="{565CA483-617D-4ED4-8260-249D8684425F}" type="pres">
      <dgm:prSet presAssocID="{B06F7A36-16A3-4FB7-A6F2-5EE5F845E2A0}" presName="vert1" presStyleCnt="0"/>
      <dgm:spPr/>
    </dgm:pt>
    <dgm:pt modelId="{0D5CEFA3-BEB2-479F-997C-27FBFB20ADC6}" type="pres">
      <dgm:prSet presAssocID="{774E9802-F0ED-4251-ACFD-96C2E4BE2B81}" presName="thickLine" presStyleLbl="alignNode1" presStyleIdx="3" presStyleCnt="4"/>
      <dgm:spPr/>
    </dgm:pt>
    <dgm:pt modelId="{96BBC346-FA44-4ACD-8AD0-CD5D28783017}" type="pres">
      <dgm:prSet presAssocID="{774E9802-F0ED-4251-ACFD-96C2E4BE2B81}" presName="horz1" presStyleCnt="0"/>
      <dgm:spPr/>
    </dgm:pt>
    <dgm:pt modelId="{C78AF888-B2B8-4AA9-B27F-70EFB4BEE8CF}" type="pres">
      <dgm:prSet presAssocID="{774E9802-F0ED-4251-ACFD-96C2E4BE2B81}" presName="tx1" presStyleLbl="revTx" presStyleIdx="3" presStyleCnt="4"/>
      <dgm:spPr/>
    </dgm:pt>
    <dgm:pt modelId="{8C4BC65B-974C-448E-8D90-9BA7AD5DC01E}" type="pres">
      <dgm:prSet presAssocID="{774E9802-F0ED-4251-ACFD-96C2E4BE2B81}" presName="vert1" presStyleCnt="0"/>
      <dgm:spPr/>
    </dgm:pt>
  </dgm:ptLst>
  <dgm:cxnLst>
    <dgm:cxn modelId="{16F3DE1B-2CC7-4E91-BF46-7B0285B3D6C9}" type="presOf" srcId="{67DA44AA-7B44-4C6A-8E45-1D4360E100E0}" destId="{3864E01A-4732-458C-A7E4-C8D804A0389B}" srcOrd="0" destOrd="0" presId="urn:microsoft.com/office/officeart/2008/layout/LinedList"/>
    <dgm:cxn modelId="{83CC2227-1390-4EB6-86B4-2526AA2D24D9}" type="presOf" srcId="{774E9802-F0ED-4251-ACFD-96C2E4BE2B81}" destId="{C78AF888-B2B8-4AA9-B27F-70EFB4BEE8CF}" srcOrd="0" destOrd="0" presId="urn:microsoft.com/office/officeart/2008/layout/LinedList"/>
    <dgm:cxn modelId="{2A85D742-EF0E-40C9-9790-CE7A8BE3AD25}" srcId="{67DA44AA-7B44-4C6A-8E45-1D4360E100E0}" destId="{774E9802-F0ED-4251-ACFD-96C2E4BE2B81}" srcOrd="3" destOrd="0" parTransId="{9FA6954E-0BBC-405F-89CC-A8CDC366307F}" sibTransId="{FBBB005E-76D7-4295-A905-DD5C8267DDE3}"/>
    <dgm:cxn modelId="{9FA5F663-1089-49DF-90DE-EFEC76EACA99}" type="presOf" srcId="{F1041D84-036D-4C99-9F44-6591B12AF9AD}" destId="{40848A1C-09E6-45A3-B202-2941E4141F6A}" srcOrd="0" destOrd="0" presId="urn:microsoft.com/office/officeart/2008/layout/LinedList"/>
    <dgm:cxn modelId="{7489E248-1A07-4FAD-88FA-5E066E50E256}" type="presOf" srcId="{6395127E-9425-4E4D-A825-6DE9888D5708}" destId="{9083DD31-3468-419C-9D06-BFAA4284E75C}" srcOrd="0" destOrd="0" presId="urn:microsoft.com/office/officeart/2008/layout/LinedList"/>
    <dgm:cxn modelId="{8BAB5D6A-2E83-4D8D-B5FD-F2F903F4931C}" srcId="{67DA44AA-7B44-4C6A-8E45-1D4360E100E0}" destId="{6395127E-9425-4E4D-A825-6DE9888D5708}" srcOrd="1" destOrd="0" parTransId="{D37EE379-4C3E-4BE2-9DBB-37AD4EBEF7A3}" sibTransId="{4B73D859-E836-4727-B5BB-6E4C2028B132}"/>
    <dgm:cxn modelId="{67B933A1-0AE5-4C4D-A0B5-EBE0A80A2588}" srcId="{67DA44AA-7B44-4C6A-8E45-1D4360E100E0}" destId="{B06F7A36-16A3-4FB7-A6F2-5EE5F845E2A0}" srcOrd="2" destOrd="0" parTransId="{460049E4-946F-4E75-B49F-8568321AA4FE}" sibTransId="{E8B0655A-53FC-4E6E-82E3-745952A7FFA9}"/>
    <dgm:cxn modelId="{44F21DE2-BDCE-46D0-88F6-F0561C284F17}" srcId="{67DA44AA-7B44-4C6A-8E45-1D4360E100E0}" destId="{F1041D84-036D-4C99-9F44-6591B12AF9AD}" srcOrd="0" destOrd="0" parTransId="{B322792F-B228-47DD-A19E-4417979C5367}" sibTransId="{FE32F3CE-8862-453C-A83C-E6C4CC10271F}"/>
    <dgm:cxn modelId="{07141FF8-9303-41E4-B4B1-3886EB6533CA}" type="presOf" srcId="{B06F7A36-16A3-4FB7-A6F2-5EE5F845E2A0}" destId="{DFF207D5-F365-444F-9CC7-E6C594A14B1B}" srcOrd="0" destOrd="0" presId="urn:microsoft.com/office/officeart/2008/layout/LinedList"/>
    <dgm:cxn modelId="{7106D1B3-51EF-4C5C-B649-3AFD1F84CBB6}" type="presParOf" srcId="{3864E01A-4732-458C-A7E4-C8D804A0389B}" destId="{49B59DA5-7B4B-42CE-8046-C2F335250FCC}" srcOrd="0" destOrd="0" presId="urn:microsoft.com/office/officeart/2008/layout/LinedList"/>
    <dgm:cxn modelId="{8416D9F0-B519-4DDB-83BC-06A185489F2B}" type="presParOf" srcId="{3864E01A-4732-458C-A7E4-C8D804A0389B}" destId="{AC131272-9CCE-4D83-8594-92EF6523BC42}" srcOrd="1" destOrd="0" presId="urn:microsoft.com/office/officeart/2008/layout/LinedList"/>
    <dgm:cxn modelId="{C5447DE1-7BA9-4B9D-9FCD-F0A500C2CE76}" type="presParOf" srcId="{AC131272-9CCE-4D83-8594-92EF6523BC42}" destId="{40848A1C-09E6-45A3-B202-2941E4141F6A}" srcOrd="0" destOrd="0" presId="urn:microsoft.com/office/officeart/2008/layout/LinedList"/>
    <dgm:cxn modelId="{7F4EA35D-0073-4384-8A48-8C07A473FF31}" type="presParOf" srcId="{AC131272-9CCE-4D83-8594-92EF6523BC42}" destId="{B86EF985-4AFB-4011-A22D-AA7E0435CDCC}" srcOrd="1" destOrd="0" presId="urn:microsoft.com/office/officeart/2008/layout/LinedList"/>
    <dgm:cxn modelId="{92624721-5B7E-4629-B08E-959202D2503E}" type="presParOf" srcId="{3864E01A-4732-458C-A7E4-C8D804A0389B}" destId="{AFAE369B-725F-4660-958B-1185EC50D468}" srcOrd="2" destOrd="0" presId="urn:microsoft.com/office/officeart/2008/layout/LinedList"/>
    <dgm:cxn modelId="{7EEDB6EE-C78C-4ADF-B112-D693E4C0750E}" type="presParOf" srcId="{3864E01A-4732-458C-A7E4-C8D804A0389B}" destId="{2D574E48-CF93-48E5-854A-CD970C54B46B}" srcOrd="3" destOrd="0" presId="urn:microsoft.com/office/officeart/2008/layout/LinedList"/>
    <dgm:cxn modelId="{429CA191-44CF-42B1-B64E-38B99E905818}" type="presParOf" srcId="{2D574E48-CF93-48E5-854A-CD970C54B46B}" destId="{9083DD31-3468-419C-9D06-BFAA4284E75C}" srcOrd="0" destOrd="0" presId="urn:microsoft.com/office/officeart/2008/layout/LinedList"/>
    <dgm:cxn modelId="{3E3B636E-D1C5-4AD4-8443-4EE473CC129E}" type="presParOf" srcId="{2D574E48-CF93-48E5-854A-CD970C54B46B}" destId="{531F0789-D21E-427C-9B97-D38D20C6D3E3}" srcOrd="1" destOrd="0" presId="urn:microsoft.com/office/officeart/2008/layout/LinedList"/>
    <dgm:cxn modelId="{5BE1F15C-C3B8-48B1-8B29-44F7372E5ED4}" type="presParOf" srcId="{3864E01A-4732-458C-A7E4-C8D804A0389B}" destId="{C35132EF-1B63-49A9-B24F-8D83F6AC78E8}" srcOrd="4" destOrd="0" presId="urn:microsoft.com/office/officeart/2008/layout/LinedList"/>
    <dgm:cxn modelId="{21E515BD-F8E8-43FD-949F-17CE09CF3B0B}" type="presParOf" srcId="{3864E01A-4732-458C-A7E4-C8D804A0389B}" destId="{6F4B6D39-E6D9-4B1B-BCA0-3F469DF9A6B1}" srcOrd="5" destOrd="0" presId="urn:microsoft.com/office/officeart/2008/layout/LinedList"/>
    <dgm:cxn modelId="{3A25FA8F-1EBA-47E4-85DB-0A64BAD9AE03}" type="presParOf" srcId="{6F4B6D39-E6D9-4B1B-BCA0-3F469DF9A6B1}" destId="{DFF207D5-F365-444F-9CC7-E6C594A14B1B}" srcOrd="0" destOrd="0" presId="urn:microsoft.com/office/officeart/2008/layout/LinedList"/>
    <dgm:cxn modelId="{91D62EFA-74D5-4A5A-AA2E-C079BE1805B2}" type="presParOf" srcId="{6F4B6D39-E6D9-4B1B-BCA0-3F469DF9A6B1}" destId="{565CA483-617D-4ED4-8260-249D8684425F}" srcOrd="1" destOrd="0" presId="urn:microsoft.com/office/officeart/2008/layout/LinedList"/>
    <dgm:cxn modelId="{54688775-C2CE-476D-8B84-E672752AF200}" type="presParOf" srcId="{3864E01A-4732-458C-A7E4-C8D804A0389B}" destId="{0D5CEFA3-BEB2-479F-997C-27FBFB20ADC6}" srcOrd="6" destOrd="0" presId="urn:microsoft.com/office/officeart/2008/layout/LinedList"/>
    <dgm:cxn modelId="{004B3174-7274-4125-8203-26D2187533CE}" type="presParOf" srcId="{3864E01A-4732-458C-A7E4-C8D804A0389B}" destId="{96BBC346-FA44-4ACD-8AD0-CD5D28783017}" srcOrd="7" destOrd="0" presId="urn:microsoft.com/office/officeart/2008/layout/LinedList"/>
    <dgm:cxn modelId="{10092362-FB66-477A-B6DD-4CAC79482F24}" type="presParOf" srcId="{96BBC346-FA44-4ACD-8AD0-CD5D28783017}" destId="{C78AF888-B2B8-4AA9-B27F-70EFB4BEE8CF}" srcOrd="0" destOrd="0" presId="urn:microsoft.com/office/officeart/2008/layout/LinedList"/>
    <dgm:cxn modelId="{B5FFD282-F5C7-4654-96B6-83CF7671A967}" type="presParOf" srcId="{96BBC346-FA44-4ACD-8AD0-CD5D28783017}" destId="{8C4BC65B-974C-448E-8D90-9BA7AD5DC0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59DA5-7B4B-42CE-8046-C2F335250FCC}">
      <dsp:nvSpPr>
        <dsp:cNvPr id="0" name=""/>
        <dsp:cNvSpPr/>
      </dsp:nvSpPr>
      <dsp:spPr>
        <a:xfrm>
          <a:off x="0" y="0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848A1C-09E6-45A3-B202-2941E4141F6A}">
      <dsp:nvSpPr>
        <dsp:cNvPr id="0" name=""/>
        <dsp:cNvSpPr/>
      </dsp:nvSpPr>
      <dsp:spPr>
        <a:xfrm>
          <a:off x="0" y="0"/>
          <a:ext cx="6046132" cy="11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201930" rIns="201930" bIns="201930" numCol="1" spcCol="1270" anchor="t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5300" kern="1200"/>
            <a:t>Afgelopen Sprint</a:t>
          </a:r>
          <a:endParaRPr lang="en-US" sz="5300" kern="1200"/>
        </a:p>
      </dsp:txBody>
      <dsp:txXfrm>
        <a:off x="0" y="0"/>
        <a:ext cx="6046132" cy="1151466"/>
      </dsp:txXfrm>
    </dsp:sp>
    <dsp:sp modelId="{AFAE369B-725F-4660-958B-1185EC50D468}">
      <dsp:nvSpPr>
        <dsp:cNvPr id="0" name=""/>
        <dsp:cNvSpPr/>
      </dsp:nvSpPr>
      <dsp:spPr>
        <a:xfrm>
          <a:off x="0" y="1151466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1036716"/>
                <a:satOff val="-5484"/>
                <a:lumOff val="-2091"/>
                <a:alphaOff val="0"/>
                <a:tint val="98000"/>
                <a:lumMod val="100000"/>
              </a:schemeClr>
            </a:gs>
            <a:gs pos="100000">
              <a:schemeClr val="accent2">
                <a:hueOff val="-1036716"/>
                <a:satOff val="-5484"/>
                <a:lumOff val="-2091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1036716"/>
              <a:satOff val="-5484"/>
              <a:lumOff val="-2091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83DD31-3468-419C-9D06-BFAA4284E75C}">
      <dsp:nvSpPr>
        <dsp:cNvPr id="0" name=""/>
        <dsp:cNvSpPr/>
      </dsp:nvSpPr>
      <dsp:spPr>
        <a:xfrm>
          <a:off x="0" y="1151466"/>
          <a:ext cx="6046132" cy="11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201930" rIns="201930" bIns="201930" numCol="1" spcCol="1270" anchor="t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5300" kern="1200" dirty="0"/>
            <a:t>Demo’s</a:t>
          </a:r>
          <a:endParaRPr lang="en-US" sz="5300" kern="1200" dirty="0"/>
        </a:p>
      </dsp:txBody>
      <dsp:txXfrm>
        <a:off x="0" y="1151466"/>
        <a:ext cx="6046132" cy="1151466"/>
      </dsp:txXfrm>
    </dsp:sp>
    <dsp:sp modelId="{C35132EF-1B63-49A9-B24F-8D83F6AC78E8}">
      <dsp:nvSpPr>
        <dsp:cNvPr id="0" name=""/>
        <dsp:cNvSpPr/>
      </dsp:nvSpPr>
      <dsp:spPr>
        <a:xfrm>
          <a:off x="0" y="2302933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2073432"/>
                <a:satOff val="-10969"/>
                <a:lumOff val="-4183"/>
                <a:alphaOff val="0"/>
                <a:tint val="98000"/>
                <a:lumMod val="100000"/>
              </a:schemeClr>
            </a:gs>
            <a:gs pos="100000">
              <a:schemeClr val="accent2">
                <a:hueOff val="-2073432"/>
                <a:satOff val="-10969"/>
                <a:lumOff val="-4183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2073432"/>
              <a:satOff val="-10969"/>
              <a:lumOff val="-4183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207D5-F365-444F-9CC7-E6C594A14B1B}">
      <dsp:nvSpPr>
        <dsp:cNvPr id="0" name=""/>
        <dsp:cNvSpPr/>
      </dsp:nvSpPr>
      <dsp:spPr>
        <a:xfrm>
          <a:off x="0" y="2302933"/>
          <a:ext cx="6046132" cy="11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201930" rIns="201930" bIns="201930" numCol="1" spcCol="1270" anchor="t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5300" kern="1200"/>
            <a:t>Retrospective</a:t>
          </a:r>
          <a:endParaRPr lang="en-US" sz="5300" kern="1200"/>
        </a:p>
      </dsp:txBody>
      <dsp:txXfrm>
        <a:off x="0" y="2302933"/>
        <a:ext cx="6046132" cy="1151466"/>
      </dsp:txXfrm>
    </dsp:sp>
    <dsp:sp modelId="{0D5CEFA3-BEB2-479F-997C-27FBFB20ADC6}">
      <dsp:nvSpPr>
        <dsp:cNvPr id="0" name=""/>
        <dsp:cNvSpPr/>
      </dsp:nvSpPr>
      <dsp:spPr>
        <a:xfrm>
          <a:off x="0" y="3454399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AF888-B2B8-4AA9-B27F-70EFB4BEE8CF}">
      <dsp:nvSpPr>
        <dsp:cNvPr id="0" name=""/>
        <dsp:cNvSpPr/>
      </dsp:nvSpPr>
      <dsp:spPr>
        <a:xfrm>
          <a:off x="0" y="3454399"/>
          <a:ext cx="6046132" cy="11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201930" rIns="201930" bIns="201930" numCol="1" spcCol="1270" anchor="t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5300" kern="1200"/>
            <a:t>Volgende Sprint</a:t>
          </a:r>
          <a:endParaRPr lang="en-US" sz="5300" kern="1200"/>
        </a:p>
      </dsp:txBody>
      <dsp:txXfrm>
        <a:off x="0" y="3454399"/>
        <a:ext cx="6046132" cy="1151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2:36:55.86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831.70801"/>
      <inkml:brushProperty name="anchorY" value="-16873.80469"/>
      <inkml:brushProperty name="scaleFactor" value="0.5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2:36:06.86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2350.49829"/>
      <inkml:brushProperty name="anchorY" value="-11057.19922"/>
      <inkml:brushProperty name="scaleFactor" value="0.5"/>
    </inkml:brush>
  </inkml:definitions>
  <inkml:trace contextRef="#ctx0" brushRef="#br0">1 1 24575,'0'0'0,"3"0"0,4 0 0,3 0 0,3 0 0,1 0 0,3 0 0,-1 0 0,2 0 0,-1 0 0,0 0 0,0 0 0,-4 3 0,0 0 0,1 0 0,-1 0 0,2-1 0,0-1 0,1 0 0,-3 3 0,0-1 0,0 0 0,1 0 0,0-1 0,2-1 0,-1 0 0,2-1 0,-1 3 0,1 1 0,0-1 0,-1 0 0,4-1 0,0-1 0,3 0 0,0-1 0,5 0-959,0 0 1233,1 0-411,-5 3 137,-3 0 0,1 0 0,-2 0 0,0-1 0,-2 2 0,0 0-141,-1 0 181,0-1-60,-1-1 20,4 2 0,0 0 0,-1 0 0,0-1 0,0 2 0,-2-1 0,1 0 0,-2-1 0,1-1 0,-1-1 954,1 3-1226,-1-1 554,0 1-324,1-2 63,-1 3-21,1 0 0,-1-1 0,1-1 0,-1-1 0,1-1 0,-4 3 0,0-1 0,0 1 0,1-2 0,-3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2:36:07.48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300.76978"/>
      <inkml:brushProperty name="anchorY" value="-12067.19043"/>
      <inkml:brushProperty name="scaleFactor" value="0.5"/>
    </inkml:brush>
  </inkml:definitions>
  <inkml:trace contextRef="#ctx0" brushRef="#br0">48 321 24575,'0'0'0,"-3"0"0,-4 0 0,-3 0 0,-3 0 0,5 0 0,2-3 0,6 0 0,2-4 0,4 1 0,4 0 0,3-1 0,1-2 0,3 1 0,-1 1 0,-2-1 0,0 1 0,0-2 0,0-1 0,0 1 0,2-1 0,0 1 0,0 3 0,1 1 0,-4-1 0,0 1 0,0 1 0,1-2 0,1 1 0,0 1 0,1-2 0,0-3 0,0 1 0,1 1 0,0-1 0,-1 2 0,1-3 0,-1 2 0,1 2 0,0 1 0,-1 2 0,0-3 0,1 2 0,-4-4 0,0 1 0,0 1 0,1 1 0,-3-2 0,1 1 0,0 1 0,-1-2 0,0 1 0,1 1 0,1-3 0,1 2 0,1 0 0,1 2 0,-3-3 0,-3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2:36:08.01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12.00623"/>
      <inkml:brushProperty name="anchorY" value="-12593.24512"/>
      <inkml:brushProperty name="scaleFactor" value="0.5"/>
    </inkml:brush>
  </inkml:definitions>
  <inkml:trace contextRef="#ctx0" brushRef="#br0">0 4 24575,'0'0'0,"0"-3"0,0 2 0,4 1 0,-1 4 0,3 4 0,1 2 0,1 0 0,0 2 0,1 1 0,-1 1 0,1-2 0,-1 1 0,1 0 0,2 0 0,-2 2 0,2-3 0,-2 1 0,1 0 0,1 1 0,-2 0 0,2 2 0,1-4 0,-3 1 0,3-3 0,0 1 0,-2 0 0,-2 2 0,0-3 0,-1 2 0,1 0 0,2-2 0,-1 2 0,1-3 0,2 4 0,1-2 0,-2 1 0,1 2 0,-2 0 0,0 1 0,2 1 0,0-3 0,-1 0 0,1-3 0,0 1 0,-2 0 0,-2 2 0,1-3 0,1 2 0,2-3 0,1 1 0,-1 1 0,0-2 0,-2 2 0,0-3 0,-2 2 0,2 1 0,0-1 0,0 0 0,0-1 0,2-3 0,-2 2 0,0-2 0,3 2 0,-3-1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2:36:10.38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668.81226"/>
      <inkml:brushProperty name="anchorY" value="-14120.58887"/>
      <inkml:brushProperty name="scaleFactor" value="0.5"/>
    </inkml:brush>
  </inkml:definitions>
  <inkml:trace contextRef="#ctx0" brushRef="#br0">638 1 24575,'0'0'0,"0"3"0,-3 1 0,-1 2 0,-2 0 0,-4 3 0,-2 2 0,-2-2 0,2 2 0,-1 1 0,-1-1 0,0-3 0,-1 1 0,-1 1 0,0-2 0,3 2 0,0-2 0,3 2 0,0-2 0,-2-3 0,3 3 0,-2-2 0,3 1 0,-1 0 0,-2-2 0,-5 2 0,2 2 0,-1 0 0,-1 0 0,1-1 0,-1 2 0,-1 1 0,1 2 0,-1-2 0,1-3 0,-1 2 0,1-3 0,3 2 0,-1 1 0,1 2 0,0-2 0,1 2 0,1-3 0,1 2 0,0-3 0,-1-2 0,2 1 0,-1-1 0,1 2 0,-1-2 0,3 3 0,-2-2 0,1 2 0,-1-2 0,2 2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2:36:10.86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85.33569"/>
      <inkml:brushProperty name="anchorY" value="-13739.55371"/>
      <inkml:brushProperty name="scaleFactor" value="0.5"/>
    </inkml:brush>
  </inkml:definitions>
  <inkml:trace contextRef="#ctx0" brushRef="#br0">1 1 24575,'0'0'0,"0"3"0,0 4 0,0 3 0,0 3 0,0 2 0,0 1 0,0 1 0,0 0 0,0 0 0,0 0 0,0 0 0,0 0 0,0 0 0,0-1 0,0 1 0,0-1 0,0 1 0,0-1 0,0 1 0,0-1 0,0 1 0,0-1 0,0 1 0,0-1 0,0 1 0,0-1 0,0 1 0,0-1 0,0 1 0,0-1 0,0 1 0,0-1 0,3-3 0,0 0 0,4 0 0,2-2 0,0 0 0,2 1 0,1-3 0,-2 2 0,2-2 0,-3 1 0,1 0 0,1 0 0,2-3 0,1-2 0,-2 1 0,0-1 0,1-1 0,1-1 0,1-1 0,1-1 0,0-1 0,0 0 0,1 0 0,-1 0 0,1-1 0,-1 1 0,1 0 0,0 0 0,-4-3 0,0-1 0,0 1 0,1 0 0,0-2 0,2 0 0,-1 1 0,2-2 0,-1 0 0,0 2 0,1 0 0,0 2 0,-1-2 0,1 0 0,-1 0 0,-2-2 0,-1 1 0,0 1 0,1 1 0,0 1 0,1 0 0,-2-1 0,-4-4 0,-3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0973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7106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0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695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248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503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287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466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3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853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7885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0395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5852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0694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968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698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919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719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3.png"/><Relationship Id="rId18" Type="http://schemas.openxmlformats.org/officeDocument/2006/relationships/customXml" Target="../ink/ink5.xml"/><Relationship Id="rId3" Type="http://schemas.openxmlformats.org/officeDocument/2006/relationships/image" Target="../media/image7.png"/><Relationship Id="rId21" Type="http://schemas.openxmlformats.org/officeDocument/2006/relationships/image" Target="../media/image17.png"/><Relationship Id="rId7" Type="http://schemas.openxmlformats.org/officeDocument/2006/relationships/image" Target="../media/image9.png"/><Relationship Id="rId12" Type="http://schemas.openxmlformats.org/officeDocument/2006/relationships/customXml" Target="../ink/ink2.xml"/><Relationship Id="rId17" Type="http://schemas.openxmlformats.org/officeDocument/2006/relationships/image" Target="../media/image15.png"/><Relationship Id="rId2" Type="http://schemas.openxmlformats.org/officeDocument/2006/relationships/image" Target="../media/image6.png"/><Relationship Id="rId16" Type="http://schemas.openxmlformats.org/officeDocument/2006/relationships/customXml" Target="../ink/ink4.xml"/><Relationship Id="rId20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4.wdp"/><Relationship Id="rId5" Type="http://schemas.openxmlformats.org/officeDocument/2006/relationships/image" Target="../media/image8.png"/><Relationship Id="rId15" Type="http://schemas.openxmlformats.org/officeDocument/2006/relationships/image" Target="../media/image14.png"/><Relationship Id="rId10" Type="http://schemas.openxmlformats.org/officeDocument/2006/relationships/image" Target="../media/image11.png"/><Relationship Id="rId19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10.png"/><Relationship Id="rId1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2FB4-AE30-2A16-C593-EB54DEF46B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Review Sprint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FF6E9-A07E-D9FC-FD58-83D34295F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Matthijs ‘t Hart, </a:t>
            </a:r>
            <a:r>
              <a:rPr lang="nl-NL" dirty="0" err="1"/>
              <a:t>Dax</a:t>
            </a:r>
            <a:r>
              <a:rPr lang="nl-NL" dirty="0"/>
              <a:t> Visser, </a:t>
            </a:r>
            <a:r>
              <a:rPr lang="nl-NL" dirty="0" err="1"/>
              <a:t>Kyrill</a:t>
            </a:r>
            <a:r>
              <a:rPr lang="nl-NL" dirty="0"/>
              <a:t> Kriek</a:t>
            </a:r>
            <a:br>
              <a:rPr lang="nl-NL" dirty="0"/>
            </a:br>
            <a:r>
              <a:rPr lang="nl-NL" dirty="0" err="1"/>
              <a:t>Floating</a:t>
            </a:r>
            <a:r>
              <a:rPr lang="nl-NL" dirty="0"/>
              <a:t> Farm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243B34-3AAF-44D6-D2FB-0C26DE47150C}"/>
                  </a:ext>
                </a:extLst>
              </p14:cNvPr>
              <p14:cNvContentPartPr/>
              <p14:nvPr/>
            </p14:nvContentPartPr>
            <p14:xfrm>
              <a:off x="10082029" y="234511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243B34-3AAF-44D6-D2FB-0C26DE4715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3029" y="2336479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93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27615-3D95-9288-3494-F58B3175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436327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5F587-718E-8155-3A8F-2D329323E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12" y="5516211"/>
            <a:ext cx="8676222" cy="7222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rPr>
              <a:t>Floating Farm?</a:t>
            </a:r>
          </a:p>
        </p:txBody>
      </p:sp>
      <p:pic>
        <p:nvPicPr>
          <p:cNvPr id="5" name="Afbeelding 4" descr="Afbeelding met buitenshuis, plant, staal&#10;&#10;Door AI gegenereerde inhoud is mogelijk onjuist.">
            <a:extLst>
              <a:ext uri="{FF2B5EF4-FFF2-40B4-BE49-F238E27FC236}">
                <a16:creationId xmlns:a16="http://schemas.microsoft.com/office/drawing/2014/main" id="{3BE6EB31-DD18-B678-8AFC-57EDDEF3E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37" b="14650"/>
          <a:stretch>
            <a:fillRect/>
          </a:stretch>
        </p:blipFill>
        <p:spPr>
          <a:xfrm>
            <a:off x="20" y="10"/>
            <a:ext cx="12191980" cy="4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1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5603-2790-B12B-B0B5-1414FE36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nl-NL" sz="4000"/>
              <a:t>Inhoud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64420E-8580-DE79-BAC2-DC432FEED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981718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62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7DEE-8A82-8133-814C-C22C9822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Afgelopen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C2D2-23D9-2582-009F-C9AA32E67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50% presentatie</a:t>
            </a:r>
          </a:p>
          <a:p>
            <a:r>
              <a:rPr lang="nl-NL" dirty="0"/>
              <a:t>Eerste versie ballasttanks gemaakt</a:t>
            </a:r>
          </a:p>
          <a:p>
            <a:r>
              <a:rPr lang="nl-NL" dirty="0"/>
              <a:t>Schakeling controle over waterpompen</a:t>
            </a:r>
          </a:p>
        </p:txBody>
      </p:sp>
    </p:spTree>
    <p:extLst>
      <p:ext uri="{BB962C8B-B14F-4D97-AF65-F5344CB8AC3E}">
        <p14:creationId xmlns:p14="http://schemas.microsoft.com/office/powerpoint/2010/main" val="4184478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141F-2979-9875-C851-8E61C566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Ballasttanks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239C9-2FD4-34EB-80A7-299AFB76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Als eigenaar wil ik dat mijn systeem ballasttanks gebruikt, om te zorgen dat het makkelijk toegepast kan worden op andere systemen, en ook niet te grote kosten veroorzaakt. 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-model 3">
                <a:extLst>
                  <a:ext uri="{FF2B5EF4-FFF2-40B4-BE49-F238E27FC236}">
                    <a16:creationId xmlns:a16="http://schemas.microsoft.com/office/drawing/2014/main" id="{D3FD436B-84D2-562C-90F8-F3980E1E39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00396214"/>
                  </p:ext>
                </p:extLst>
              </p:nvPr>
            </p:nvGraphicFramePr>
            <p:xfrm>
              <a:off x="5865236" y="392585"/>
              <a:ext cx="4479029" cy="358673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479029" cy="3586737"/>
                    </a:xfrm>
                    <a:prstGeom prst="rect">
                      <a:avLst/>
                    </a:prstGeom>
                  </am3d:spPr>
                  <am3d:camera>
                    <am3d:pos x="0" y="0" z="670559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" d="1000000"/>
                    <am3d:preTrans dx="-9720000" dy="-9600000" dz="-324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2508744" ay="55928" az="-5001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-model 3">
                <a:extLst>
                  <a:ext uri="{FF2B5EF4-FFF2-40B4-BE49-F238E27FC236}">
                    <a16:creationId xmlns:a16="http://schemas.microsoft.com/office/drawing/2014/main" id="{D3FD436B-84D2-562C-90F8-F3980E1E39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5236" y="392585"/>
                <a:ext cx="4479029" cy="35867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858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5553-2BA4-F8E8-8312-02DAF8F2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76" y="0"/>
            <a:ext cx="10131425" cy="1456267"/>
          </a:xfrm>
        </p:spPr>
        <p:txBody>
          <a:bodyPr/>
          <a:lstStyle/>
          <a:p>
            <a:r>
              <a:rPr lang="nl-NL" dirty="0"/>
              <a:t>Schakeling voor waterpompen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5EE906-09F5-BFC2-0D72-C559A46D6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983" y="1042777"/>
            <a:ext cx="10235205" cy="612570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12982-8CEF-AC5F-1F8E-1A2DCE022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11" b="89942" l="983" r="99017">
                        <a14:foregroundMark x1="5160" y1="28627" x2="5160" y2="28627"/>
                        <a14:foregroundMark x1="983" y1="36750" x2="983" y2="36750"/>
                        <a14:foregroundMark x1="33907" y1="8511" x2="33907" y2="8511"/>
                        <a14:foregroundMark x1="93120" y1="51257" x2="93120" y2="51257"/>
                        <a14:foregroundMark x1="95086" y1="34236" x2="95086" y2="34236"/>
                        <a14:foregroundMark x1="99017" y1="37331" x2="99017" y2="37331"/>
                        <a14:foregroundMark x1="66339" y1="89555" x2="66339" y2="89555"/>
                        <a14:foregroundMark x1="56265" y1="88588" x2="56265" y2="885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932212"/>
            <a:ext cx="2268148" cy="28811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42BC3D-A219-CCCF-9749-9F5E1F8002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167" b="95625" l="8544" r="91772">
                        <a14:foregroundMark x1="51899" y1="14167" x2="51899" y2="14167"/>
                        <a14:foregroundMark x1="56487" y1="4167" x2="56487" y2="4167"/>
                        <a14:foregroundMark x1="48734" y1="79375" x2="48734" y2="79375"/>
                        <a14:foregroundMark x1="48734" y1="84271" x2="48734" y2="84271"/>
                        <a14:foregroundMark x1="49842" y1="95833" x2="49842" y2="95833"/>
                        <a14:foregroundMark x1="63608" y1="76458" x2="63608" y2="76458"/>
                        <a14:foregroundMark x1="63291" y1="82708" x2="63291" y2="82708"/>
                        <a14:foregroundMark x1="63608" y1="48750" x2="63608" y2="48750"/>
                        <a14:foregroundMark x1="62816" y1="48542" x2="62816" y2="48542"/>
                        <a14:foregroundMark x1="63133" y1="51667" x2="63133" y2="51667"/>
                        <a14:foregroundMark x1="62184" y1="51667" x2="62184" y2="51667"/>
                        <a14:foregroundMark x1="62816" y1="43021" x2="62816" y2="43021"/>
                        <a14:foregroundMark x1="62658" y1="45938" x2="62658" y2="45938"/>
                        <a14:foregroundMark x1="64557" y1="76458" x2="64557" y2="76458"/>
                        <a14:foregroundMark x1="63924" y1="81771" x2="63924" y2="81771"/>
                        <a14:foregroundMark x1="63766" y1="81875" x2="63766" y2="81875"/>
                        <a14:foregroundMark x1="63291" y1="81875" x2="63291" y2="81875"/>
                        <a14:foregroundMark x1="64082" y1="82396" x2="63924" y2="83333"/>
                        <a14:foregroundMark x1="63924" y1="82083" x2="64082" y2="87604"/>
                        <a14:foregroundMark x1="63133" y1="80000" x2="63133" y2="80000"/>
                        <a14:foregroundMark x1="63449" y1="80104" x2="63449" y2="80104"/>
                        <a14:foregroundMark x1="63608" y1="81042" x2="63608" y2="80208"/>
                        <a14:foregroundMark x1="91930" y1="86667" x2="91930" y2="86667"/>
                        <a14:foregroundMark x1="34019" y1="78958" x2="34019" y2="78958"/>
                        <a14:foregroundMark x1="34019" y1="83958" x2="34019" y2="83958"/>
                        <a14:foregroundMark x1="8544" y1="87917" x2="8544" y2="87917"/>
                        <a14:backgroundMark x1="7911" y1="88542" x2="7911" y2="885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63959" y="1042317"/>
            <a:ext cx="1353306" cy="2055655"/>
          </a:xfrm>
          <a:prstGeom prst="rect">
            <a:avLst/>
          </a:prstGeom>
        </p:spPr>
      </p:pic>
      <p:pic>
        <p:nvPicPr>
          <p:cNvPr id="15" name="Picture 14" descr="A switch with a red light&#10;&#10;AI-generated content may be incorrect.">
            <a:extLst>
              <a:ext uri="{FF2B5EF4-FFF2-40B4-BE49-F238E27FC236}">
                <a16:creationId xmlns:a16="http://schemas.microsoft.com/office/drawing/2014/main" id="{3BB5ABA8-CEB5-904A-6B6F-AB6E8B12B5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51" y="858023"/>
            <a:ext cx="2424242" cy="24242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655519-82E4-A7C0-1371-FDF7E34D94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829" y="4020568"/>
            <a:ext cx="3039748" cy="3039748"/>
          </a:xfrm>
          <a:prstGeom prst="rect">
            <a:avLst/>
          </a:prstGeom>
        </p:spPr>
      </p:pic>
      <p:pic>
        <p:nvPicPr>
          <p:cNvPr id="4" name="Picture 3" descr="A close-up of a microchip&#10;&#10;AI-generated content may be incorrect.">
            <a:extLst>
              <a:ext uri="{FF2B5EF4-FFF2-40B4-BE49-F238E27FC236}">
                <a16:creationId xmlns:a16="http://schemas.microsoft.com/office/drawing/2014/main" id="{D1095524-CEE5-C2A2-4609-B41769C43E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9600" r="90800">
                        <a14:foregroundMark x1="13200" y1="53900" x2="13200" y2="53900"/>
                        <a14:foregroundMark x1="12400" y1="53000" x2="12400" y2="53000"/>
                        <a14:foregroundMark x1="10800" y1="50700" x2="10800" y2="50700"/>
                        <a14:foregroundMark x1="10100" y1="50000" x2="10100" y2="50000"/>
                        <a14:foregroundMark x1="9700" y1="49300" x2="12200" y2="52400"/>
                        <a14:foregroundMark x1="33500" y1="75900" x2="33500" y2="75900"/>
                        <a14:foregroundMark x1="33600" y1="74000" x2="34000" y2="77400"/>
                        <a14:foregroundMark x1="36639" y1="73900" x2="36700" y2="75900"/>
                        <a14:foregroundMark x1="36600" y1="72600" x2="36639" y2="73900"/>
                        <a14:foregroundMark x1="39500" y1="71000" x2="39600" y2="75100"/>
                        <a14:foregroundMark x1="29900" y1="73200" x2="29900" y2="73200"/>
                        <a14:foregroundMark x1="28400" y1="73100" x2="28400" y2="73100"/>
                        <a14:foregroundMark x1="27500" y1="72400" x2="27500" y2="72400"/>
                        <a14:foregroundMark x1="26300" y1="70400" x2="26300" y2="70400"/>
                        <a14:foregroundMark x1="25600" y1="69500" x2="25600" y2="69500"/>
                        <a14:foregroundMark x1="22400" y1="65900" x2="27700" y2="72500"/>
                        <a14:foregroundMark x1="90800" y1="41600" x2="90800" y2="41600"/>
                        <a14:foregroundMark x1="90300" y1="43500" x2="90300" y2="43500"/>
                        <a14:foregroundMark x1="17500" y1="59300" x2="17500" y2="59300"/>
                        <a14:foregroundMark x1="17800" y1="60500" x2="17800" y2="60500"/>
                        <a14:foregroundMark x1="18700" y1="61600" x2="18700" y2="61600"/>
                        <a14:foregroundMark x1="16800" y1="58500" x2="16800" y2="58500"/>
                        <a14:foregroundMark x1="16500" y1="58100" x2="16500" y2="58100"/>
                        <a14:foregroundMark x1="15500" y1="57700" x2="15500" y2="57700"/>
                        <a14:foregroundMark x1="15700" y1="57700" x2="19300" y2="62200"/>
                        <a14:backgroundMark x1="35100" y1="73900" x2="35100" y2="739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568" y="4723155"/>
            <a:ext cx="3138083" cy="313808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6D4B63E-87BE-8A00-D046-9365ABCA6414}"/>
              </a:ext>
            </a:extLst>
          </p:cNvPr>
          <p:cNvGrpSpPr/>
          <p:nvPr/>
        </p:nvGrpSpPr>
        <p:grpSpPr>
          <a:xfrm>
            <a:off x="6566989" y="1891206"/>
            <a:ext cx="451080" cy="420480"/>
            <a:chOff x="6566989" y="1891206"/>
            <a:chExt cx="451080" cy="420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B90FBF5-122E-3637-9650-81AED31347A2}"/>
                    </a:ext>
                  </a:extLst>
                </p14:cNvPr>
                <p14:cNvContentPartPr/>
                <p14:nvPr/>
              </p14:nvContentPartPr>
              <p14:xfrm>
                <a:off x="6584629" y="2030526"/>
                <a:ext cx="433440" cy="5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B90FBF5-122E-3637-9650-81AED31347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75989" y="2021886"/>
                  <a:ext cx="4510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3684E8E-2DB7-0BFB-6704-673BCD08E70A}"/>
                    </a:ext>
                  </a:extLst>
                </p14:cNvPr>
                <p14:cNvContentPartPr/>
                <p14:nvPr/>
              </p14:nvContentPartPr>
              <p14:xfrm>
                <a:off x="6597229" y="1891206"/>
                <a:ext cx="257400" cy="115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3684E8E-2DB7-0BFB-6704-673BCD08E7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88589" y="1882566"/>
                  <a:ext cx="275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52FA29-B898-5DCF-0A7F-4170714ED0F2}"/>
                    </a:ext>
                  </a:extLst>
                </p14:cNvPr>
                <p14:cNvContentPartPr/>
                <p14:nvPr/>
              </p14:nvContentPartPr>
              <p14:xfrm>
                <a:off x="6566989" y="2065086"/>
                <a:ext cx="219960" cy="246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A52FA29-B898-5DCF-0A7F-4170714ED0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57989" y="2056086"/>
                  <a:ext cx="2376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97F53D-B21C-4119-9E6D-F7B66D78CC48}"/>
              </a:ext>
            </a:extLst>
          </p:cNvPr>
          <p:cNvGrpSpPr/>
          <p:nvPr/>
        </p:nvGrpSpPr>
        <p:grpSpPr>
          <a:xfrm>
            <a:off x="5533789" y="3045726"/>
            <a:ext cx="285120" cy="279720"/>
            <a:chOff x="5533789" y="3045726"/>
            <a:chExt cx="285120" cy="2797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7D44BC2-E7B7-A1DB-8F57-0DAB77040650}"/>
                    </a:ext>
                  </a:extLst>
                </p14:cNvPr>
                <p14:cNvContentPartPr/>
                <p14:nvPr/>
              </p14:nvContentPartPr>
              <p14:xfrm>
                <a:off x="5589229" y="3045726"/>
                <a:ext cx="229680" cy="168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7D44BC2-E7B7-A1DB-8F57-0DAB770406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80589" y="3037086"/>
                  <a:ext cx="2473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D4AC56-AD3E-DAD5-2F84-37F2C43F6D0A}"/>
                    </a:ext>
                  </a:extLst>
                </p14:cNvPr>
                <p14:cNvContentPartPr/>
                <p14:nvPr/>
              </p14:nvContentPartPr>
              <p14:xfrm>
                <a:off x="5533789" y="3087126"/>
                <a:ext cx="248400" cy="238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D4AC56-AD3E-DAD5-2F84-37F2C43F6D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25149" y="3078486"/>
                  <a:ext cx="266040" cy="25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3959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BB67-7EBB-D597-30C2-FF15A02A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80F9-DC56-3FF8-99EC-46405501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76" y="0"/>
            <a:ext cx="10131425" cy="1456267"/>
          </a:xfrm>
        </p:spPr>
        <p:txBody>
          <a:bodyPr/>
          <a:lstStyle/>
          <a:p>
            <a:r>
              <a:rPr lang="nl-NL" dirty="0"/>
              <a:t>Schakeling voor waterpompen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5CC453-24EE-9902-FAA1-D91851875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428966"/>
            <a:ext cx="17192660" cy="976133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ECE253-4F81-CDB0-2639-068856413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11" b="89942" l="983" r="99017">
                        <a14:foregroundMark x1="5160" y1="28627" x2="5160" y2="28627"/>
                        <a14:foregroundMark x1="983" y1="36750" x2="983" y2="36750"/>
                        <a14:foregroundMark x1="33907" y1="8511" x2="33907" y2="8511"/>
                        <a14:foregroundMark x1="93120" y1="51257" x2="93120" y2="51257"/>
                        <a14:foregroundMark x1="95086" y1="34236" x2="95086" y2="34236"/>
                        <a14:foregroundMark x1="99017" y1="37331" x2="99017" y2="37331"/>
                        <a14:foregroundMark x1="66339" y1="89555" x2="66339" y2="89555"/>
                        <a14:foregroundMark x1="56265" y1="88588" x2="56265" y2="885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728133"/>
            <a:ext cx="2268148" cy="28811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335D1C-1253-7154-C56D-F8D87951BD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167" b="95625" l="8544" r="91772">
                        <a14:foregroundMark x1="51899" y1="14167" x2="51899" y2="14167"/>
                        <a14:foregroundMark x1="56487" y1="4167" x2="56487" y2="4167"/>
                        <a14:foregroundMark x1="48734" y1="79375" x2="48734" y2="79375"/>
                        <a14:foregroundMark x1="48734" y1="84271" x2="48734" y2="84271"/>
                        <a14:foregroundMark x1="49842" y1="95833" x2="49842" y2="95833"/>
                        <a14:foregroundMark x1="63608" y1="76458" x2="63608" y2="76458"/>
                        <a14:foregroundMark x1="63291" y1="82708" x2="63291" y2="82708"/>
                        <a14:foregroundMark x1="63608" y1="48750" x2="63608" y2="48750"/>
                        <a14:foregroundMark x1="62816" y1="48542" x2="62816" y2="48542"/>
                        <a14:foregroundMark x1="63133" y1="51667" x2="63133" y2="51667"/>
                        <a14:foregroundMark x1="62184" y1="51667" x2="62184" y2="51667"/>
                        <a14:foregroundMark x1="62816" y1="43021" x2="62816" y2="43021"/>
                        <a14:foregroundMark x1="62658" y1="45938" x2="62658" y2="45938"/>
                        <a14:foregroundMark x1="64557" y1="76458" x2="64557" y2="76458"/>
                        <a14:foregroundMark x1="63924" y1="81771" x2="63924" y2="81771"/>
                        <a14:foregroundMark x1="63766" y1="81875" x2="63766" y2="81875"/>
                        <a14:foregroundMark x1="63291" y1="81875" x2="63291" y2="81875"/>
                        <a14:foregroundMark x1="64082" y1="82396" x2="63924" y2="83333"/>
                        <a14:foregroundMark x1="63924" y1="82083" x2="64082" y2="87604"/>
                        <a14:foregroundMark x1="63133" y1="80000" x2="63133" y2="80000"/>
                        <a14:foregroundMark x1="63449" y1="80104" x2="63449" y2="80104"/>
                        <a14:foregroundMark x1="63608" y1="81042" x2="63608" y2="80208"/>
                        <a14:foregroundMark x1="91930" y1="86667" x2="91930" y2="86667"/>
                        <a14:foregroundMark x1="34019" y1="78958" x2="34019" y2="78958"/>
                        <a14:foregroundMark x1="34019" y1="83958" x2="34019" y2="83958"/>
                        <a14:foregroundMark x1="8544" y1="87917" x2="8544" y2="87917"/>
                        <a14:backgroundMark x1="7911" y1="88542" x2="7911" y2="885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82939" y="516096"/>
            <a:ext cx="1353306" cy="2055655"/>
          </a:xfrm>
          <a:prstGeom prst="rect">
            <a:avLst/>
          </a:prstGeom>
        </p:spPr>
      </p:pic>
      <p:pic>
        <p:nvPicPr>
          <p:cNvPr id="4" name="Picture 3" descr="A close-up of a microchip&#10;&#10;AI-generated content may be incorrect.">
            <a:extLst>
              <a:ext uri="{FF2B5EF4-FFF2-40B4-BE49-F238E27FC236}">
                <a16:creationId xmlns:a16="http://schemas.microsoft.com/office/drawing/2014/main" id="{C935879F-9796-3675-5AFC-A35CFCDA81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9600" r="90800">
                        <a14:foregroundMark x1="13200" y1="53900" x2="13200" y2="53900"/>
                        <a14:foregroundMark x1="12400" y1="53000" x2="12400" y2="53000"/>
                        <a14:foregroundMark x1="10800" y1="50700" x2="10800" y2="50700"/>
                        <a14:foregroundMark x1="10100" y1="50000" x2="10100" y2="50000"/>
                        <a14:foregroundMark x1="9700" y1="49300" x2="12200" y2="52400"/>
                        <a14:foregroundMark x1="33500" y1="75900" x2="33500" y2="75900"/>
                        <a14:foregroundMark x1="33600" y1="74000" x2="34000" y2="77400"/>
                        <a14:foregroundMark x1="36639" y1="73900" x2="36700" y2="75900"/>
                        <a14:foregroundMark x1="36600" y1="72600" x2="36639" y2="73900"/>
                        <a14:foregroundMark x1="39500" y1="71000" x2="39600" y2="75100"/>
                        <a14:foregroundMark x1="29900" y1="73200" x2="29900" y2="73200"/>
                        <a14:foregroundMark x1="28400" y1="73100" x2="28400" y2="73100"/>
                        <a14:foregroundMark x1="27500" y1="72400" x2="27500" y2="72400"/>
                        <a14:foregroundMark x1="26300" y1="70400" x2="26300" y2="70400"/>
                        <a14:foregroundMark x1="25600" y1="69500" x2="25600" y2="69500"/>
                        <a14:foregroundMark x1="22400" y1="65900" x2="27700" y2="72500"/>
                        <a14:foregroundMark x1="90800" y1="41600" x2="90800" y2="41600"/>
                        <a14:foregroundMark x1="90300" y1="43500" x2="90300" y2="43500"/>
                        <a14:foregroundMark x1="17500" y1="59300" x2="17500" y2="59300"/>
                        <a14:foregroundMark x1="17800" y1="60500" x2="17800" y2="60500"/>
                        <a14:foregroundMark x1="18700" y1="61600" x2="18700" y2="61600"/>
                        <a14:foregroundMark x1="16800" y1="58500" x2="16800" y2="58500"/>
                        <a14:foregroundMark x1="16500" y1="58100" x2="16500" y2="58100"/>
                        <a14:foregroundMark x1="15500" y1="57700" x2="15500" y2="57700"/>
                        <a14:foregroundMark x1="15700" y1="57700" x2="19300" y2="62200"/>
                        <a14:backgroundMark x1="35100" y1="73900" x2="35100" y2="739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554" y="5601767"/>
            <a:ext cx="3138083" cy="313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52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9BB7-97ED-0BB0-C99A-0B098DFBF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Mosfet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08321-D010-23BD-33F2-09486F40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23" y="557286"/>
            <a:ext cx="10131425" cy="3649133"/>
          </a:xfrm>
        </p:spPr>
        <p:txBody>
          <a:bodyPr/>
          <a:lstStyle/>
          <a:p>
            <a:r>
              <a:rPr lang="nl-NL" dirty="0"/>
              <a:t>Schakelaar</a:t>
            </a:r>
          </a:p>
        </p:txBody>
      </p:sp>
      <p:pic>
        <p:nvPicPr>
          <p:cNvPr id="4" name="Picture 3" descr="A switch with a red light&#10;&#10;AI-generated content may be incorrect.">
            <a:extLst>
              <a:ext uri="{FF2B5EF4-FFF2-40B4-BE49-F238E27FC236}">
                <a16:creationId xmlns:a16="http://schemas.microsoft.com/office/drawing/2014/main" id="{1FCE8F1F-7774-5171-B64B-9A7E0558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069" y="1659038"/>
            <a:ext cx="4226931" cy="4226931"/>
          </a:xfrm>
          <a:prstGeom prst="rect">
            <a:avLst/>
          </a:prstGeom>
        </p:spPr>
      </p:pic>
      <p:pic>
        <p:nvPicPr>
          <p:cNvPr id="8" name="Picture 7" descr="A close-up of a transistor&#10;&#10;AI-generated content may be incorrect.">
            <a:extLst>
              <a:ext uri="{FF2B5EF4-FFF2-40B4-BE49-F238E27FC236}">
                <a16:creationId xmlns:a16="http://schemas.microsoft.com/office/drawing/2014/main" id="{6991C6FC-B3C9-EC57-7F17-FB79B3AD6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086" y="402167"/>
            <a:ext cx="4508500" cy="4508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32B345-2CAD-47AC-8C10-961FDF1B7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933" y="2825030"/>
            <a:ext cx="2559285" cy="30609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17FE23-3B2C-00D7-DC85-FD7F26AFD758}"/>
              </a:ext>
            </a:extLst>
          </p:cNvPr>
          <p:cNvSpPr txBox="1"/>
          <p:nvPr/>
        </p:nvSpPr>
        <p:spPr>
          <a:xfrm>
            <a:off x="3879615" y="5325070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Als beheerder wil ik dat de boerderij zichzelf stabiliseert door water te verplaatsen met pompen, zodat dit duurzaam en </a:t>
            </a:r>
            <a:r>
              <a:rPr lang="nl-NL" dirty="0" err="1"/>
              <a:t>efficient</a:t>
            </a:r>
            <a:r>
              <a:rPr lang="nl-NL" dirty="0"/>
              <a:t> gebeurd. </a:t>
            </a:r>
          </a:p>
        </p:txBody>
      </p:sp>
    </p:spTree>
    <p:extLst>
      <p:ext uri="{BB962C8B-B14F-4D97-AF65-F5344CB8AC3E}">
        <p14:creationId xmlns:p14="http://schemas.microsoft.com/office/powerpoint/2010/main" val="2881780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98AC-B5A0-ADAE-3ED0-CD81C8B8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Hier zijn we nog niet aan toegekomen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34C3-F127-C91E-62FA-ABE8206DC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Het schaalmodel waterdicht maken + uitbreiden -&gt; Schaalmodel iteratie 2</a:t>
            </a:r>
          </a:p>
          <a:p>
            <a:pPr marL="0" indent="0">
              <a:buNone/>
            </a:pPr>
            <a:r>
              <a:rPr lang="nl-NL" dirty="0"/>
              <a:t>	- Andere materialen?</a:t>
            </a:r>
          </a:p>
        </p:txBody>
      </p:sp>
    </p:spTree>
    <p:extLst>
      <p:ext uri="{BB962C8B-B14F-4D97-AF65-F5344CB8AC3E}">
        <p14:creationId xmlns:p14="http://schemas.microsoft.com/office/powerpoint/2010/main" val="289454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6FE2-8D8C-7F98-35F4-2C37C5FA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retrospective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0D1E5-C72E-270B-6A56-8AB180F6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Algemene communicatie</a:t>
            </a:r>
          </a:p>
          <a:p>
            <a:r>
              <a:rPr lang="nl-NL" dirty="0"/>
              <a:t>Budget -&gt; keuze materialen zeer verminderd</a:t>
            </a:r>
            <a:br>
              <a:rPr lang="nl-NL" dirty="0"/>
            </a:b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8886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89E1-D74D-5A9F-57D4-8DA70383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4264-81B9-BCB7-DCFB-954A8780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Schaalmodel iteratie 2</a:t>
            </a:r>
          </a:p>
          <a:p>
            <a:r>
              <a:rPr lang="nl-NL" dirty="0"/>
              <a:t>Eerste echte tests van complete design</a:t>
            </a:r>
          </a:p>
        </p:txBody>
      </p:sp>
    </p:spTree>
    <p:extLst>
      <p:ext uri="{BB962C8B-B14F-4D97-AF65-F5344CB8AC3E}">
        <p14:creationId xmlns:p14="http://schemas.microsoft.com/office/powerpoint/2010/main" val="1714042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C221-29AC-C68A-DE18-FFAB64C2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Vragen?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C878-EE76-9B51-B735-FB5D5DFB9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3718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D7DB9D69D51D4199EBB83E098F6C13" ma:contentTypeVersion="12" ma:contentTypeDescription="Create a new document." ma:contentTypeScope="" ma:versionID="ceb163bb5f87e201cdc653da3b4d8be7">
  <xsd:schema xmlns:xsd="http://www.w3.org/2001/XMLSchema" xmlns:xs="http://www.w3.org/2001/XMLSchema" xmlns:p="http://schemas.microsoft.com/office/2006/metadata/properties" xmlns:ns3="8d5dcd13-9b93-4860-8686-258dec0e23be" targetNamespace="http://schemas.microsoft.com/office/2006/metadata/properties" ma:root="true" ma:fieldsID="28cc82626ae761b4ac7541494d6f1d1e" ns3:_="">
    <xsd:import namespace="8d5dcd13-9b93-4860-8686-258dec0e23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dcd13-9b93-4860-8686-258dec0e23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5dcd13-9b93-4860-8686-258dec0e23be" xsi:nil="true"/>
  </documentManagement>
</p:properties>
</file>

<file path=customXml/itemProps1.xml><?xml version="1.0" encoding="utf-8"?>
<ds:datastoreItem xmlns:ds="http://schemas.openxmlformats.org/officeDocument/2006/customXml" ds:itemID="{33D4CFAA-434D-4462-B62D-1E23E40456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85628E-9CEE-488E-843E-DA0262089D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5dcd13-9b93-4860-8686-258dec0e23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E63DC0-0E79-4D45-AB99-081F8145E24C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8d5dcd13-9b93-4860-8686-258dec0e23b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180</TotalTime>
  <Words>149</Words>
  <Application>Microsoft Office PowerPoint</Application>
  <PresentationFormat>Breedbeeld</PresentationFormat>
  <Paragraphs>34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Review Sprint 3</vt:lpstr>
      <vt:lpstr>Recap</vt:lpstr>
      <vt:lpstr>Inhoud</vt:lpstr>
      <vt:lpstr>Afgelopen Sprint</vt:lpstr>
      <vt:lpstr>Ballasttanks</vt:lpstr>
      <vt:lpstr>Schakeling voor waterpompen</vt:lpstr>
      <vt:lpstr>Schakeling voor waterpompen</vt:lpstr>
      <vt:lpstr>Mosfet?</vt:lpstr>
      <vt:lpstr>Hier zijn we nog niet aan toegekomen</vt:lpstr>
      <vt:lpstr>retrospective</vt:lpstr>
      <vt:lpstr>Volgende Sprint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Matthijs t Hart (1095080)</dc:creator>
  <cp:lastModifiedBy>Dax Visser (1110166)</cp:lastModifiedBy>
  <cp:revision>14</cp:revision>
  <dcterms:created xsi:type="dcterms:W3CDTF">2025-09-12T09:06:28Z</dcterms:created>
  <dcterms:modified xsi:type="dcterms:W3CDTF">2026-01-06T10:27:37Z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0x01010079D7DB9D69D51D4199EBB83E098F6C13</vt:lpwstr>
  </property>
</Properties>
</file>