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2" r:id="rId11"/>
    <p:sldId id="260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Review Sprint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Eerste versie ballasttanks gemaakt</a:t>
            </a:r>
          </a:p>
          <a:p>
            <a:r>
              <a:rPr lang="nl-NL" dirty="0"/>
              <a:t>Schakeling controle over waterpompen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141F-2979-9875-C851-8E61C566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Ballasttanks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239C9-2FD4-34EB-80A7-299AFB76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Als eigenaar wil ik dat mijn systeem ballasttanks gebruikt, om te zorgen dat het makkelijk toegepast kan worden op andere systemen, en ook niet te grote kosten veroorzaakt. </a:t>
            </a:r>
          </a:p>
        </p:txBody>
      </p:sp>
    </p:spTree>
    <p:extLst>
      <p:ext uri="{BB962C8B-B14F-4D97-AF65-F5344CB8AC3E}">
        <p14:creationId xmlns:p14="http://schemas.microsoft.com/office/powerpoint/2010/main" val="169858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5553-2BA4-F8E8-8312-02DAF8F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EE906-09F5-BFC2-0D72-C559A46D6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6983" y="1042777"/>
            <a:ext cx="10235205" cy="612570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912982-8CEF-AC5F-1F8E-1A2DCE022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932212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42BC3D-A219-CCCF-9749-9F5E1F8002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3959" y="1042317"/>
            <a:ext cx="1353306" cy="2055655"/>
          </a:xfrm>
          <a:prstGeom prst="rect">
            <a:avLst/>
          </a:prstGeom>
        </p:spPr>
      </p:pic>
      <p:pic>
        <p:nvPicPr>
          <p:cNvPr id="15" name="Picture 14" descr="A switch with a red light&#10;&#10;AI-generated content may be incorrect.">
            <a:extLst>
              <a:ext uri="{FF2B5EF4-FFF2-40B4-BE49-F238E27FC236}">
                <a16:creationId xmlns:a16="http://schemas.microsoft.com/office/drawing/2014/main" id="{3BB5ABA8-CEB5-904A-6B6F-AB6E8B12B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51" y="858023"/>
            <a:ext cx="2424242" cy="24242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655519-82E4-A7C0-1371-FDF7E34D949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829" y="4020568"/>
            <a:ext cx="3039748" cy="303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593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9BB7-97ED-0BB0-C99A-0B098DFB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Mosfet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8321-D010-23BD-33F2-09486F40B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23" y="557286"/>
            <a:ext cx="10131425" cy="3649133"/>
          </a:xfrm>
        </p:spPr>
        <p:txBody>
          <a:bodyPr/>
          <a:lstStyle/>
          <a:p>
            <a:r>
              <a:rPr lang="nl-NL" dirty="0"/>
              <a:t>Schakelaar</a:t>
            </a:r>
          </a:p>
        </p:txBody>
      </p:sp>
      <p:pic>
        <p:nvPicPr>
          <p:cNvPr id="4" name="Picture 3" descr="A switch with a red light&#10;&#10;AI-generated content may be incorrect.">
            <a:extLst>
              <a:ext uri="{FF2B5EF4-FFF2-40B4-BE49-F238E27FC236}">
                <a16:creationId xmlns:a16="http://schemas.microsoft.com/office/drawing/2014/main" id="{1FCE8F1F-7774-5171-B64B-9A7E0558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069" y="1659038"/>
            <a:ext cx="4226931" cy="4226931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6991C6FC-B3C9-EC57-7F17-FB79B3AD6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086" y="402167"/>
            <a:ext cx="4508500" cy="4508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32B345-2CAD-47AC-8C10-961FDF1B7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33" y="2825030"/>
            <a:ext cx="2559285" cy="30609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17FE23-3B2C-00D7-DC85-FD7F26AFD758}"/>
              </a:ext>
            </a:extLst>
          </p:cNvPr>
          <p:cNvSpPr txBox="1"/>
          <p:nvPr/>
        </p:nvSpPr>
        <p:spPr>
          <a:xfrm>
            <a:off x="3879615" y="5325070"/>
            <a:ext cx="533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Als beheerder wil ik dat de boerderij zichzelf stabiliseert door water te verplaatsen met pompen, zodat dit duurzaam en </a:t>
            </a:r>
            <a:r>
              <a:rPr lang="nl-NL" dirty="0" err="1"/>
              <a:t>efficient</a:t>
            </a:r>
            <a:r>
              <a:rPr lang="nl-NL" dirty="0"/>
              <a:t> gebeurd. </a:t>
            </a:r>
          </a:p>
        </p:txBody>
      </p:sp>
    </p:spTree>
    <p:extLst>
      <p:ext uri="{BB962C8B-B14F-4D97-AF65-F5344CB8AC3E}">
        <p14:creationId xmlns:p14="http://schemas.microsoft.com/office/powerpoint/2010/main" val="2881780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schaalmodel waterdicht maken + uitbreiden -&gt; Schaalmodel iteratie 2</a:t>
            </a:r>
          </a:p>
          <a:p>
            <a:pPr marL="0" indent="0">
              <a:buNone/>
            </a:pPr>
            <a:r>
              <a:rPr lang="nl-NL" dirty="0"/>
              <a:t>	- Andere materialen?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Algemene communicatie</a:t>
            </a:r>
          </a:p>
          <a:p>
            <a:r>
              <a:rPr lang="nl-NL" dirty="0"/>
              <a:t>Budget -&gt; keuze materialen zeer verminderd</a:t>
            </a: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iteratie 2</a:t>
            </a:r>
          </a:p>
          <a:p>
            <a:r>
              <a:rPr lang="nl-NL" dirty="0"/>
              <a:t>Eerste echte tests van complete design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126</TotalTime>
  <Words>149</Words>
  <Application>Microsoft Office PowerPoint</Application>
  <PresentationFormat>Widescreen</PresentationFormat>
  <Paragraphs>34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Celestial</vt:lpstr>
      <vt:lpstr>Review Sprint 3</vt:lpstr>
      <vt:lpstr>Recap</vt:lpstr>
      <vt:lpstr>Inhoud</vt:lpstr>
      <vt:lpstr>Afgelopen Sprint</vt:lpstr>
      <vt:lpstr>Ballasttanks</vt:lpstr>
      <vt:lpstr>Schakeling voor waterpompen</vt:lpstr>
      <vt:lpstr>Mosfet?</vt:lpstr>
      <vt:lpstr>Hier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10</cp:revision>
  <dcterms:created xsi:type="dcterms:W3CDTF">2025-09-12T09:06:28Z</dcterms:created>
  <dcterms:modified xsi:type="dcterms:W3CDTF">2025-11-25T11:18:20Z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