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5" r:id="rId4"/>
  </p:sldMasterIdLst>
  <p:sldIdLst>
    <p:sldId id="256" r:id="rId5"/>
    <p:sldId id="269" r:id="rId6"/>
    <p:sldId id="257" r:id="rId7"/>
    <p:sldId id="258" r:id="rId8"/>
    <p:sldId id="270" r:id="rId9"/>
    <p:sldId id="271" r:id="rId10"/>
    <p:sldId id="274" r:id="rId11"/>
    <p:sldId id="272" r:id="rId12"/>
    <p:sldId id="260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3CF025-71C6-4A79-82F7-3365A43B7B07}" v="12" dt="2025-11-25T11:40:15.7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x Visser (1110166)" userId="18ef0d71-56ab-4448-86a5-7ac2420fc301" providerId="ADAL" clId="{2C3CF025-71C6-4A79-82F7-3365A43B7B07}"/>
    <pc:docChg chg="custSel modSld">
      <pc:chgData name="Dax Visser (1110166)" userId="18ef0d71-56ab-4448-86a5-7ac2420fc301" providerId="ADAL" clId="{2C3CF025-71C6-4A79-82F7-3365A43B7B07}" dt="2025-11-25T11:40:28.514" v="27"/>
      <pc:docMkLst>
        <pc:docMk/>
      </pc:docMkLst>
      <pc:sldChg chg="addSp modSp mod modAnim">
        <pc:chgData name="Dax Visser (1110166)" userId="18ef0d71-56ab-4448-86a5-7ac2420fc301" providerId="ADAL" clId="{2C3CF025-71C6-4A79-82F7-3365A43B7B07}" dt="2025-11-25T11:40:28.514" v="27"/>
        <pc:sldMkLst>
          <pc:docMk/>
          <pc:sldMk cId="1698587137" sldId="270"/>
        </pc:sldMkLst>
        <pc:graphicFrameChg chg="add mod modGraphic">
          <ac:chgData name="Dax Visser (1110166)" userId="18ef0d71-56ab-4448-86a5-7ac2420fc301" providerId="ADAL" clId="{2C3CF025-71C6-4A79-82F7-3365A43B7B07}" dt="2025-11-25T11:40:28.514" v="27"/>
          <ac:graphicFrameMkLst>
            <pc:docMk/>
            <pc:sldMk cId="1698587137" sldId="270"/>
            <ac:graphicFrameMk id="4" creationId="{D3FD436B-84D2-562C-90F8-F3980E1E393D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 dirty="0"/>
            <a:t>Demo’s</a:t>
          </a:r>
          <a:endParaRPr lang="en-US" dirty="0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4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4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4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4"/>
      <dgm:spPr/>
    </dgm:pt>
    <dgm:pt modelId="{531F0789-D21E-427C-9B97-D38D20C6D3E3}" type="pres">
      <dgm:prSet presAssocID="{6395127E-9425-4E4D-A825-6DE9888D5708}" presName="vert1" presStyleCnt="0"/>
      <dgm:spPr/>
    </dgm:pt>
    <dgm:pt modelId="{C35132EF-1B63-49A9-B24F-8D83F6AC78E8}" type="pres">
      <dgm:prSet presAssocID="{B06F7A36-16A3-4FB7-A6F2-5EE5F845E2A0}" presName="thickLine" presStyleLbl="alignNode1" presStyleIdx="2" presStyleCnt="4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2" presStyleCnt="4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3" presStyleCnt="4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3" presStyleCnt="4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3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2" destOrd="0" parTransId="{460049E4-946F-4E75-B49F-8568321AA4FE}" sibTransId="{E8B0655A-53FC-4E6E-82E3-745952A7FFA9}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5BE1F15C-C3B8-48B1-8B29-44F7372E5ED4}" type="presParOf" srcId="{3864E01A-4732-458C-A7E4-C8D804A0389B}" destId="{C35132EF-1B63-49A9-B24F-8D83F6AC78E8}" srcOrd="4" destOrd="0" presId="urn:microsoft.com/office/officeart/2008/layout/LinedList"/>
    <dgm:cxn modelId="{21E515BD-F8E8-43FD-949F-17CE09CF3B0B}" type="presParOf" srcId="{3864E01A-4732-458C-A7E4-C8D804A0389B}" destId="{6F4B6D39-E6D9-4B1B-BCA0-3F469DF9A6B1}" srcOrd="5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6" destOrd="0" presId="urn:microsoft.com/office/officeart/2008/layout/LinedList"/>
    <dgm:cxn modelId="{004B3174-7274-4125-8203-26D2187533CE}" type="presParOf" srcId="{3864E01A-4732-458C-A7E4-C8D804A0389B}" destId="{96BBC346-FA44-4ACD-8AD0-CD5D28783017}" srcOrd="7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0"/>
          <a:ext cx="6046132" cy="11514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5300" kern="1200"/>
            <a:t>Afgelopen Sprint</a:t>
          </a:r>
          <a:endParaRPr lang="en-US" sz="5300" kern="1200"/>
        </a:p>
      </dsp:txBody>
      <dsp:txXfrm>
        <a:off x="0" y="0"/>
        <a:ext cx="6046132" cy="1151466"/>
      </dsp:txXfrm>
    </dsp:sp>
    <dsp:sp modelId="{AFAE369B-725F-4660-958B-1185EC50D468}">
      <dsp:nvSpPr>
        <dsp:cNvPr id="0" name=""/>
        <dsp:cNvSpPr/>
      </dsp:nvSpPr>
      <dsp:spPr>
        <a:xfrm>
          <a:off x="0" y="1151466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036716"/>
                <a:satOff val="-5484"/>
                <a:lumOff val="-2091"/>
                <a:alphaOff val="0"/>
                <a:tint val="98000"/>
                <a:lumMod val="100000"/>
              </a:schemeClr>
            </a:gs>
            <a:gs pos="100000">
              <a:schemeClr val="accent2">
                <a:hueOff val="-1036716"/>
                <a:satOff val="-5484"/>
                <a:lumOff val="-2091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1036716"/>
              <a:satOff val="-5484"/>
              <a:lumOff val="-2091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1151466"/>
          <a:ext cx="6046132" cy="11514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5300" kern="1200" dirty="0"/>
            <a:t>Demo’s</a:t>
          </a:r>
          <a:endParaRPr lang="en-US" sz="5300" kern="1200" dirty="0"/>
        </a:p>
      </dsp:txBody>
      <dsp:txXfrm>
        <a:off x="0" y="1151466"/>
        <a:ext cx="6046132" cy="1151466"/>
      </dsp:txXfrm>
    </dsp:sp>
    <dsp:sp modelId="{C35132EF-1B63-49A9-B24F-8D83F6AC78E8}">
      <dsp:nvSpPr>
        <dsp:cNvPr id="0" name=""/>
        <dsp:cNvSpPr/>
      </dsp:nvSpPr>
      <dsp:spPr>
        <a:xfrm>
          <a:off x="0" y="2302933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073432"/>
                <a:satOff val="-10969"/>
                <a:lumOff val="-4183"/>
                <a:alphaOff val="0"/>
                <a:tint val="98000"/>
                <a:lumMod val="100000"/>
              </a:schemeClr>
            </a:gs>
            <a:gs pos="100000">
              <a:schemeClr val="accent2">
                <a:hueOff val="-2073432"/>
                <a:satOff val="-10969"/>
                <a:lumOff val="-4183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2073432"/>
              <a:satOff val="-10969"/>
              <a:lumOff val="-4183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302933"/>
          <a:ext cx="6046132" cy="11514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5300" kern="1200"/>
            <a:t>Retrospective</a:t>
          </a:r>
          <a:endParaRPr lang="en-US" sz="5300" kern="1200"/>
        </a:p>
      </dsp:txBody>
      <dsp:txXfrm>
        <a:off x="0" y="2302933"/>
        <a:ext cx="6046132" cy="1151466"/>
      </dsp:txXfrm>
    </dsp:sp>
    <dsp:sp modelId="{0D5CEFA3-BEB2-479F-997C-27FBFB20ADC6}">
      <dsp:nvSpPr>
        <dsp:cNvPr id="0" name=""/>
        <dsp:cNvSpPr/>
      </dsp:nvSpPr>
      <dsp:spPr>
        <a:xfrm>
          <a:off x="0" y="3454399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110148"/>
                <a:satOff val="-16453"/>
                <a:lumOff val="-6274"/>
                <a:alphaOff val="0"/>
                <a:tint val="98000"/>
                <a:lumMod val="100000"/>
              </a:schemeClr>
            </a:gs>
            <a:gs pos="100000">
              <a:schemeClr val="accent2">
                <a:hueOff val="-3110148"/>
                <a:satOff val="-16453"/>
                <a:lumOff val="-6274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3110148"/>
              <a:satOff val="-16453"/>
              <a:lumOff val="-6274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454399"/>
          <a:ext cx="6046132" cy="11514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5300" kern="1200"/>
            <a:t>Volgende Sprint</a:t>
          </a:r>
          <a:endParaRPr lang="en-US" sz="5300" kern="1200"/>
        </a:p>
      </dsp:txBody>
      <dsp:txXfrm>
        <a:off x="0" y="3454399"/>
        <a:ext cx="6046132" cy="11514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55.864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3831.70801"/>
      <inkml:brushProperty name="anchorY" value="-16873.80469"/>
      <inkml:brushProperty name="scaleFactor" value="0.5"/>
    </inkml:brush>
  </inkml:definitions>
  <inkml:trace contextRef="#ctx0" brushRef="#br0">0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06.863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2350.49829"/>
      <inkml:brushProperty name="anchorY" value="-11057.19922"/>
      <inkml:brushProperty name="scaleFactor" value="0.5"/>
    </inkml:brush>
  </inkml:definitions>
  <inkml:trace contextRef="#ctx0" brushRef="#br0">1 1 24575,'0'0'0,"3"0"0,4 0 0,3 0 0,3 0 0,1 0 0,3 0 0,-1 0 0,2 0 0,-1 0 0,0 0 0,0 0 0,-4 3 0,0 0 0,1 0 0,-1 0 0,2-1 0,0-1 0,1 0 0,-3 3 0,0-1 0,0 0 0,1 0 0,0-1 0,2-1 0,-1 0 0,2-1 0,-1 3 0,1 1 0,0-1 0,-1 0 0,4-1 0,0-1 0,3 0 0,0-1 0,5 0-959,0 0 1233,1 0-411,-5 3 137,-3 0 0,1 0 0,-2 0 0,0-1 0,-2 2 0,0 0-141,-1 0 181,0-1-60,-1-1 20,4 2 0,0 0 0,-1 0 0,0-1 0,0 2 0,-2-1 0,1 0 0,-2-1 0,1-1 0,-1-1 954,1 3-1226,-1-1 554,0 1-324,1-2 63,-1 3-21,1 0 0,-1-1 0,1-1 0,-1-1 0,1-1 0,-4 3 0,0-1 0,0 1 0,1-2 0,-3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07.489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300.76978"/>
      <inkml:brushProperty name="anchorY" value="-12067.19043"/>
      <inkml:brushProperty name="scaleFactor" value="0.5"/>
    </inkml:brush>
  </inkml:definitions>
  <inkml:trace contextRef="#ctx0" brushRef="#br0">48 321 24575,'0'0'0,"-3"0"0,-4 0 0,-3 0 0,-3 0 0,5 0 0,2-3 0,6 0 0,2-4 0,4 1 0,4 0 0,3-1 0,1-2 0,3 1 0,-1 1 0,-2-1 0,0 1 0,0-2 0,0-1 0,0 1 0,2-1 0,0 1 0,0 3 0,1 1 0,-4-1 0,0 1 0,0 1 0,1-2 0,1 1 0,0 1 0,1-2 0,0-3 0,0 1 0,1 1 0,0-1 0,-1 2 0,1-3 0,-1 2 0,1 2 0,0 1 0,-1 2 0,0-3 0,1 2 0,-4-4 0,0 1 0,0 1 0,1 1 0,-3-2 0,1 1 0,0 1 0,-1-2 0,0 1 0,1 1 0,1-3 0,1 2 0,1 0 0,1 2 0,-3-3 0,-3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08.016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1212.00623"/>
      <inkml:brushProperty name="anchorY" value="-12593.24512"/>
      <inkml:brushProperty name="scaleFactor" value="0.5"/>
    </inkml:brush>
  </inkml:definitions>
  <inkml:trace contextRef="#ctx0" brushRef="#br0">0 4 24575,'0'0'0,"0"-3"0,0 2 0,4 1 0,-1 4 0,3 4 0,1 2 0,1 0 0,0 2 0,1 1 0,-1 1 0,1-2 0,-1 1 0,1 0 0,2 0 0,-2 2 0,2-3 0,-2 1 0,1 0 0,1 1 0,-2 0 0,2 2 0,1-4 0,-3 1 0,3-3 0,0 1 0,-2 0 0,-2 2 0,0-3 0,-1 2 0,1 0 0,2-2 0,-1 2 0,1-3 0,2 4 0,1-2 0,-2 1 0,1 2 0,-2 0 0,0 1 0,2 1 0,0-3 0,-1 0 0,1-3 0,0 1 0,-2 0 0,-2 2 0,1-3 0,1 2 0,2-3 0,1 1 0,-1 1 0,0-2 0,-2 2 0,0-3 0,-2 2 0,2 1 0,0-1 0,0 0 0,0-1 0,2-3 0,-2 2 0,0-2 0,3 2 0,-3-1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10.384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2668.81226"/>
      <inkml:brushProperty name="anchorY" value="-14120.58887"/>
      <inkml:brushProperty name="scaleFactor" value="0.5"/>
    </inkml:brush>
  </inkml:definitions>
  <inkml:trace contextRef="#ctx0" brushRef="#br0">638 1 24575,'0'0'0,"0"3"0,-3 1 0,-1 2 0,-2 0 0,-4 3 0,-2 2 0,-2-2 0,2 2 0,-1 1 0,-1-1 0,0-3 0,-1 1 0,-1 1 0,0-2 0,3 2 0,0-2 0,3 2 0,0-2 0,-2-3 0,3 3 0,-2-2 0,3 1 0,-1 0 0,-2-2 0,-5 2 0,2 2 0,-1 0 0,-1 0 0,1-1 0,-1 2 0,-1 1 0,1 2 0,-1-2 0,1-3 0,-1 2 0,1-3 0,3 2 0,-1 1 0,1 2 0,0-2 0,1 2 0,1-3 0,1 2 0,0-3 0,-1-2 0,2 1 0,-1-1 0,1 2 0,-1-2 0,3 3 0,-2-2 0,1 2 0,-1-2 0,2 2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12:36:10.861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1185.33569"/>
      <inkml:brushProperty name="anchorY" value="-13739.55371"/>
      <inkml:brushProperty name="scaleFactor" value="0.5"/>
    </inkml:brush>
  </inkml:definitions>
  <inkml:trace contextRef="#ctx0" brushRef="#br0">1 1 24575,'0'0'0,"0"3"0,0 4 0,0 3 0,0 3 0,0 2 0,0 1 0,0 1 0,0 0 0,0 0 0,0 0 0,0 0 0,0 0 0,0 0 0,0-1 0,0 1 0,0-1 0,0 1 0,0-1 0,0 1 0,0-1 0,0 1 0,0-1 0,0 1 0,0-1 0,0 1 0,0-1 0,0 1 0,0-1 0,0 1 0,0-1 0,0 1 0,0-1 0,3-3 0,0 0 0,4 0 0,2-2 0,0 0 0,2 1 0,1-3 0,-2 2 0,2-2 0,-3 1 0,1 0 0,1 0 0,2-3 0,1-2 0,-2 1 0,0-1 0,1-1 0,1-1 0,1-1 0,1-1 0,0-1 0,0 0 0,1 0 0,-1 0 0,1-1 0,-1 1 0,1 0 0,0 0 0,-4-3 0,0-1 0,0 1 0,1 0 0,0-2 0,2 0 0,-1 1 0,2-2 0,-1 0 0,0 2 0,1 0 0,0 2 0,-1-2 0,1 0 0,-1 0 0,-2-2 0,-1 1 0,0 1 0,1 1 0,0 1 0,1 0 0,-2-1 0,-4-4 0,-3 0 0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09738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7106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019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695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481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950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2879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466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3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7885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03950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58522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06946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9683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698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9191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719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  <p:sldLayoutId id="2147483797" r:id="rId12"/>
    <p:sldLayoutId id="2147483798" r:id="rId13"/>
    <p:sldLayoutId id="2147483799" r:id="rId14"/>
    <p:sldLayoutId id="2147483800" r:id="rId15"/>
    <p:sldLayoutId id="2147483801" r:id="rId16"/>
    <p:sldLayoutId id="214748380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3.png"/><Relationship Id="rId18" Type="http://schemas.openxmlformats.org/officeDocument/2006/relationships/customXml" Target="../ink/ink5.xml"/><Relationship Id="rId3" Type="http://schemas.openxmlformats.org/officeDocument/2006/relationships/image" Target="../media/image7.png"/><Relationship Id="rId21" Type="http://schemas.openxmlformats.org/officeDocument/2006/relationships/image" Target="../media/image17.png"/><Relationship Id="rId7" Type="http://schemas.openxmlformats.org/officeDocument/2006/relationships/image" Target="../media/image9.png"/><Relationship Id="rId12" Type="http://schemas.openxmlformats.org/officeDocument/2006/relationships/customXml" Target="../ink/ink2.xml"/><Relationship Id="rId17" Type="http://schemas.openxmlformats.org/officeDocument/2006/relationships/image" Target="../media/image15.png"/><Relationship Id="rId2" Type="http://schemas.openxmlformats.org/officeDocument/2006/relationships/image" Target="../media/image6.png"/><Relationship Id="rId16" Type="http://schemas.openxmlformats.org/officeDocument/2006/relationships/customXml" Target="../ink/ink4.xml"/><Relationship Id="rId20" Type="http://schemas.openxmlformats.org/officeDocument/2006/relationships/customXml" Target="../ink/ink6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microsoft.com/office/2007/relationships/hdphoto" Target="../media/hdphoto4.wdp"/><Relationship Id="rId5" Type="http://schemas.openxmlformats.org/officeDocument/2006/relationships/image" Target="../media/image8.png"/><Relationship Id="rId15" Type="http://schemas.openxmlformats.org/officeDocument/2006/relationships/image" Target="../media/image14.png"/><Relationship Id="rId10" Type="http://schemas.openxmlformats.org/officeDocument/2006/relationships/image" Target="../media/image11.png"/><Relationship Id="rId19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10.png"/><Relationship Id="rId14" Type="http://schemas.openxmlformats.org/officeDocument/2006/relationships/customXml" Target="../ink/ink3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2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Review Sprint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E243B34-3AAF-44D6-D2FB-0C26DE47150C}"/>
                  </a:ext>
                </a:extLst>
              </p14:cNvPr>
              <p14:cNvContentPartPr/>
              <p14:nvPr/>
            </p14:nvContentPartPr>
            <p14:xfrm>
              <a:off x="10082029" y="2345119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E243B34-3AAF-44D6-D2FB-0C26DE47150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073029" y="2336479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8981718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50% presentatie</a:t>
            </a:r>
          </a:p>
          <a:p>
            <a:r>
              <a:rPr lang="nl-NL" dirty="0"/>
              <a:t>Eerste versie ballasttanks gemaakt</a:t>
            </a:r>
          </a:p>
          <a:p>
            <a:r>
              <a:rPr lang="nl-NL" dirty="0"/>
              <a:t>Schakeling controle over waterpompen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5141F-2979-9875-C851-8E61C566A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Ballasttanks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239C9-2FD4-34EB-80A7-299AFB761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Als eigenaar wil ik dat mijn systeem ballasttanks gebruikt, om te zorgen dat het makkelijk toegepast kan worden op andere systemen, en ook niet te grote kosten veroorzaakt. 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-model 3">
                <a:extLst>
                  <a:ext uri="{FF2B5EF4-FFF2-40B4-BE49-F238E27FC236}">
                    <a16:creationId xmlns:a16="http://schemas.microsoft.com/office/drawing/2014/main" id="{D3FD436B-84D2-562C-90F8-F3980E1E393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59047981"/>
                  </p:ext>
                </p:extLst>
              </p:nvPr>
            </p:nvGraphicFramePr>
            <p:xfrm>
              <a:off x="5810451" y="474521"/>
              <a:ext cx="4588600" cy="3422866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88600" cy="3422866"/>
                    </a:xfrm>
                    <a:prstGeom prst="rect">
                      <a:avLst/>
                    </a:prstGeom>
                  </am3d:spPr>
                  <am3d:camera>
                    <am3d:pos x="0" y="0" z="6705596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" d="1000000"/>
                    <am3d:preTrans dx="-9720000" dy="-9600000" dz="-324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2933942" ay="60289" az="-6909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41865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-model 3">
                <a:extLst>
                  <a:ext uri="{FF2B5EF4-FFF2-40B4-BE49-F238E27FC236}">
                    <a16:creationId xmlns:a16="http://schemas.microsoft.com/office/drawing/2014/main" id="{D3FD436B-84D2-562C-90F8-F3980E1E393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10451" y="474521"/>
                <a:ext cx="4588600" cy="342286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8587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9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120">
                                          <p:val>
                                            <p:fltVal val="-0.0012"/>
                                          </p:val>
                                        </p:tav>
                                        <p:tav tm="2250">
                                          <p:val>
                                            <p:fltVal val="-0.0098"/>
                                          </p:val>
                                        </p:tav>
                                        <p:tav tm="3370">
                                          <p:val>
                                            <p:fltVal val="-0.033"/>
                                          </p:val>
                                        </p:tav>
                                        <p:tav tm="4490">
                                          <p:val>
                                            <p:fltVal val="-0.0789"/>
                                          </p:val>
                                        </p:tav>
                                        <p:tav tm="5620">
                                          <p:val>
                                            <p:fltVal val="-0.1548"/>
                                          </p:val>
                                        </p:tav>
                                        <p:tav tm="6740">
                                          <p:val>
                                            <p:fltVal val="-0.267"/>
                                          </p:val>
                                        </p:tav>
                                        <p:tav tm="7870">
                                          <p:val>
                                            <p:fltVal val="-0.4235"/>
                                          </p:val>
                                        </p:tav>
                                        <p:tav tm="8990">
                                          <p:val>
                                            <p:fltVal val="-0.6337"/>
                                          </p:val>
                                        </p:tav>
                                        <p:tav tm="10110">
                                          <p:val>
                                            <p:fltVal val="-0.9013"/>
                                          </p:val>
                                        </p:tav>
                                        <p:tav tm="11240">
                                          <p:val>
                                            <p:fltVal val="-1.2353"/>
                                          </p:val>
                                        </p:tav>
                                        <p:tav tm="12360">
                                          <p:val>
                                            <p:fltVal val="-1.647"/>
                                          </p:val>
                                        </p:tav>
                                        <p:tav tm="13480">
                                          <p:val>
                                            <p:fltVal val="-2.0869"/>
                                          </p:val>
                                        </p:tav>
                                        <p:tav tm="14610">
                                          <p:val>
                                            <p:fltVal val="-2.4538"/>
                                          </p:val>
                                        </p:tav>
                                        <p:tav tm="15730">
                                          <p:val>
                                            <p:fltVal val="-2.7534"/>
                                          </p:val>
                                        </p:tav>
                                        <p:tav tm="16850">
                                          <p:val>
                                            <p:fltVal val="-2.9876"/>
                                          </p:val>
                                        </p:tav>
                                        <p:tav tm="17980">
                                          <p:val>
                                            <p:fltVal val="-3.1669"/>
                                          </p:val>
                                        </p:tav>
                                        <p:tav tm="19100">
                                          <p:val>
                                            <p:fltVal val="-3.2996"/>
                                          </p:val>
                                        </p:tav>
                                        <p:tav tm="20220">
                                          <p:val>
                                            <p:fltVal val="-3.3906"/>
                                          </p:val>
                                        </p:tav>
                                        <p:tav tm="21350">
                                          <p:val>
                                            <p:fltVal val="-3.4488"/>
                                          </p:val>
                                        </p:tav>
                                        <p:tav tm="22470">
                                          <p:val>
                                            <p:fltVal val="-3.4815"/>
                                          </p:val>
                                        </p:tav>
                                        <p:tav tm="23600">
                                          <p:val>
                                            <p:fltVal val="-3.4961"/>
                                          </p:val>
                                        </p:tav>
                                        <p:tav tm="24720">
                                          <p:val>
                                            <p:fltVal val="-3.4998"/>
                                          </p:val>
                                        </p:tav>
                                        <p:tav tm="25840">
                                          <p:val>
                                            <p:fltVal val="-3.0301"/>
                                          </p:val>
                                        </p:tav>
                                        <p:tav tm="26970">
                                          <p:val>
                                            <p:fltVal val="-0.9661"/>
                                          </p:val>
                                        </p:tav>
                                        <p:tav tm="28090">
                                          <p:val>
                                            <p:fltVal val="2.1525"/>
                                          </p:val>
                                        </p:tav>
                                        <p:tav tm="29210">
                                          <p:val>
                                            <p:fltVal val="6.1215"/>
                                          </p:val>
                                        </p:tav>
                                        <p:tav tm="30340">
                                          <p:val>
                                            <p:fltVal val="10.8322"/>
                                          </p:val>
                                        </p:tav>
                                        <p:tav tm="31460">
                                          <p:val>
                                            <p:fltVal val="16.2132"/>
                                          </p:val>
                                        </p:tav>
                                        <p:tav tm="32580">
                                          <p:val>
                                            <p:fltVal val="22.2128"/>
                                          </p:val>
                                        </p:tav>
                                        <p:tav tm="33710">
                                          <p:val>
                                            <p:fltVal val="28.7297"/>
                                          </p:val>
                                        </p:tav>
                                        <p:tav tm="34830">
                                          <p:val>
                                            <p:fltVal val="35.8493"/>
                                          </p:val>
                                        </p:tav>
                                        <p:tav tm="35960">
                                          <p:val>
                                            <p:fltVal val="43.4888"/>
                                          </p:val>
                                        </p:tav>
                                        <p:tav tm="37080">
                                          <p:val>
                                            <p:fltVal val="51.6257"/>
                                          </p:val>
                                        </p:tav>
                                        <p:tav tm="38200">
                                          <p:val>
                                            <p:fltVal val="60.2402"/>
                                          </p:val>
                                        </p:tav>
                                        <p:tav tm="39330">
                                          <p:val>
                                            <p:fltVal val="69.3155"/>
                                          </p:val>
                                        </p:tav>
                                        <p:tav tm="40450">
                                          <p:val>
                                            <p:fltVal val="78.8364"/>
                                          </p:val>
                                        </p:tav>
                                        <p:tav tm="41570">
                                          <p:val>
                                            <p:fltVal val="88.6987"/>
                                          </p:val>
                                        </p:tav>
                                        <p:tav tm="42700">
                                          <p:val>
                                            <p:fltVal val="99.0679"/>
                                          </p:val>
                                        </p:tav>
                                        <p:tav tm="43820">
                                          <p:val>
                                            <p:fltVal val="109.8461"/>
                                          </p:val>
                                        </p:tav>
                                        <p:tav tm="44940">
                                          <p:val>
                                            <p:fltVal val="121.0232"/>
                                          </p:val>
                                        </p:tav>
                                        <p:tav tm="46070">
                                          <p:val>
                                            <p:fltVal val="132.5899"/>
                                          </p:val>
                                        </p:tav>
                                        <p:tav tm="47190">
                                          <p:val>
                                            <p:fltVal val="144.5376"/>
                                          </p:val>
                                        </p:tav>
                                        <p:tav tm="48310">
                                          <p:val>
                                            <p:fltVal val="156.85851"/>
                                          </p:val>
                                        </p:tav>
                                        <p:tav tm="49440">
                                          <p:val>
                                            <p:fltVal val="169.43021"/>
                                          </p:val>
                                        </p:tav>
                                        <p:tav tm="50560">
                                          <p:val>
                                            <p:fltVal val="182.34309"/>
                                          </p:val>
                                        </p:tav>
                                        <p:tav tm="51690">
                                          <p:val>
                                            <p:fltVal val="195.1411"/>
                                          </p:val>
                                        </p:tav>
                                        <p:tav tm="52810">
                                          <p:val>
                                            <p:fltVal val="207.6945"/>
                                          </p:val>
                                        </p:tav>
                                        <p:tav tm="53930">
                                          <p:val>
                                            <p:fltVal val="219.77251"/>
                                          </p:val>
                                        </p:tav>
                                        <p:tav tm="55060">
                                          <p:val>
                                            <p:fltVal val="231.4814"/>
                                          </p:val>
                                        </p:tav>
                                        <p:tav tm="56180">
                                          <p:val>
                                            <p:fltVal val="242.91341"/>
                                          </p:val>
                                        </p:tav>
                                        <p:tav tm="57300">
                                          <p:val>
                                            <p:fltVal val="253.8558"/>
                                          </p:val>
                                        </p:tav>
                                        <p:tav tm="58430">
                                          <p:val>
                                            <p:fltVal val="264.40329"/>
                                          </p:val>
                                        </p:tav>
                                        <p:tav tm="59550">
                                          <p:val>
                                            <p:fltVal val="274.63501"/>
                                          </p:val>
                                        </p:tav>
                                        <p:tav tm="60670">
                                          <p:val>
                                            <p:fltVal val="284.35721"/>
                                          </p:val>
                                        </p:tav>
                                        <p:tav tm="61800">
                                          <p:val>
                                            <p:fltVal val="293.6507"/>
                                          </p:val>
                                        </p:tav>
                                        <p:tav tm="62920">
                                          <p:val>
                                            <p:fltVal val="302.57959"/>
                                          </p:val>
                                        </p:tav>
                                        <p:tav tm="64040">
                                          <p:val>
                                            <p:fltVal val="310.96921"/>
                                          </p:val>
                                        </p:tav>
                                        <p:tav tm="65170">
                                          <p:val>
                                            <p:fltVal val="318.88379"/>
                                          </p:val>
                                        </p:tav>
                                        <p:tav tm="66290">
                                          <p:val>
                                            <p:fltVal val="326.36801"/>
                                          </p:val>
                                        </p:tav>
                                        <p:tav tm="67420">
                                          <p:val>
                                            <p:fltVal val="333.26511"/>
                                          </p:val>
                                        </p:tav>
                                        <p:tav tm="68540">
                                          <p:val>
                                            <p:fltVal val="339.6712"/>
                                          </p:val>
                                        </p:tav>
                                        <p:tav tm="69660">
                                          <p:val>
                                            <p:fltVal val="345.43851"/>
                                          </p:val>
                                        </p:tav>
                                        <p:tav tm="70790">
                                          <p:val>
                                            <p:fltVal val="350.58469"/>
                                          </p:val>
                                        </p:tav>
                                        <p:tav tm="71910">
                                          <p:val>
                                            <p:fltVal val="355.09189"/>
                                          </p:val>
                                        </p:tav>
                                        <p:tav tm="73030">
                                          <p:val>
                                            <p:fltVal val="358.80179"/>
                                          </p:val>
                                        </p:tav>
                                        <p:tav tm="74160">
                                          <p:val>
                                            <p:fltVal val="361.63531"/>
                                          </p:val>
                                        </p:tav>
                                        <p:tav tm="75280">
                                          <p:val>
                                            <p:fltVal val="363.345"/>
                                          </p:val>
                                        </p:tav>
                                        <p:tav tm="76400">
                                          <p:val>
                                            <p:fltVal val="363.4978"/>
                                          </p:val>
                                        </p:tav>
                                        <p:tav tm="77530">
                                          <p:val>
                                            <p:fltVal val="363.47061"/>
                                          </p:val>
                                        </p:tav>
                                        <p:tav tm="78650">
                                          <p:val>
                                            <p:fltVal val="363.38339"/>
                                          </p:val>
                                        </p:tav>
                                        <p:tav tm="79780">
                                          <p:val>
                                            <p:fltVal val="363.20349"/>
                                          </p:val>
                                        </p:tav>
                                        <p:tav tm="80900">
                                          <p:val>
                                            <p:fltVal val="362.8963"/>
                                          </p:val>
                                        </p:tav>
                                        <p:tav tm="82020">
                                          <p:val>
                                            <p:fltVal val="362.4227"/>
                                          </p:val>
                                        </p:tav>
                                        <p:tav tm="83150">
                                          <p:val>
                                            <p:fltVal val="361.7569"/>
                                          </p:val>
                                        </p:tav>
                                        <p:tav tm="84270">
                                          <p:val>
                                            <p:fltVal val="361.0874"/>
                                          </p:val>
                                        </p:tav>
                                        <p:tav tm="85390">
                                          <p:val>
                                            <p:fltVal val="360.6105"/>
                                          </p:val>
                                        </p:tav>
                                        <p:tav tm="86520">
                                          <p:val>
                                            <p:fltVal val="360.30069"/>
                                          </p:val>
                                        </p:tav>
                                        <p:tav tm="87640">
                                          <p:val>
                                            <p:fltVal val="360.1188"/>
                                          </p:val>
                                        </p:tav>
                                        <p:tav tm="88760">
                                          <p:val>
                                            <p:fltVal val="360.03021"/>
                                          </p:val>
                                        </p:tav>
                                        <p:tav tm="89890">
                                          <p:val>
                                            <p:fltVal val="360.00229"/>
                                          </p:val>
                                        </p:tav>
                                        <p:tav tm="91010">
                                          <p:val>
                                            <p:fltVal val="360"/>
                                          </p:val>
                                        </p:tav>
                                        <p:tav tm="92130">
                                          <p:val>
                                            <p:fltVal val="360"/>
                                          </p:val>
                                        </p:tav>
                                        <p:tav tm="93260">
                                          <p:val>
                                            <p:fltVal val="360"/>
                                          </p:val>
                                        </p:tav>
                                        <p:tav tm="94380">
                                          <p:val>
                                            <p:fltVal val="360"/>
                                          </p:val>
                                        </p:tav>
                                        <p:tav tm="95510">
                                          <p:val>
                                            <p:fltVal val="360"/>
                                          </p:val>
                                        </p:tav>
                                        <p:tav tm="96630">
                                          <p:val>
                                            <p:fltVal val="360"/>
                                          </p:val>
                                        </p:tav>
                                        <p:tav tm="97750">
                                          <p:val>
                                            <p:fltVal val="360"/>
                                          </p:val>
                                        </p:tav>
                                        <p:tav tm="9888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sum">
                                        <p:cTn id="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3d.object.translation.y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120">
                                          <p:val>
                                            <p:fltVal val="0"/>
                                          </p:val>
                                        </p:tav>
                                        <p:tav tm="2250">
                                          <p:val>
                                            <p:fltVal val="-10E-5"/>
                                          </p:val>
                                        </p:tav>
                                        <p:tav tm="3370">
                                          <p:val>
                                            <p:fltVal val="-0.0004"/>
                                          </p:val>
                                        </p:tav>
                                        <p:tav tm="4490">
                                          <p:val>
                                            <p:fltVal val="-0.0011"/>
                                          </p:val>
                                        </p:tav>
                                        <p:tav tm="5620">
                                          <p:val>
                                            <p:fltVal val="-0.0021"/>
                                          </p:val>
                                        </p:tav>
                                        <p:tav tm="6740">
                                          <p:val>
                                            <p:fltVal val="-0.0037"/>
                                          </p:val>
                                        </p:tav>
                                        <p:tav tm="7870">
                                          <p:val>
                                            <p:fltVal val="-0.0059"/>
                                          </p:val>
                                        </p:tav>
                                        <p:tav tm="8990">
                                          <p:val>
                                            <p:fltVal val="-0.0088"/>
                                          </p:val>
                                        </p:tav>
                                        <p:tav tm="10110">
                                          <p:val>
                                            <p:fltVal val="-0.0125"/>
                                          </p:val>
                                        </p:tav>
                                        <p:tav tm="11240">
                                          <p:val>
                                            <p:fltVal val="-0.0162"/>
                                          </p:val>
                                        </p:tav>
                                        <p:tav tm="12360">
                                          <p:val>
                                            <p:fltVal val="-0.0191"/>
                                          </p:val>
                                        </p:tav>
                                        <p:tav tm="13480">
                                          <p:val>
                                            <p:fltVal val="-0.0213"/>
                                          </p:val>
                                        </p:tav>
                                        <p:tav tm="14610">
                                          <p:val>
                                            <p:fltVal val="-0.0228"/>
                                          </p:val>
                                        </p:tav>
                                        <p:tav tm="15730">
                                          <p:val>
                                            <p:fltVal val="-0.0239"/>
                                          </p:val>
                                        </p:tav>
                                        <p:tav tm="16850">
                                          <p:val>
                                            <p:fltVal val="-0.0245"/>
                                          </p:val>
                                        </p:tav>
                                        <p:tav tm="17980">
                                          <p:val>
                                            <p:fltVal val="-0.0248"/>
                                          </p:val>
                                        </p:tav>
                                        <p:tav tm="19100">
                                          <p:val>
                                            <p:fltVal val="-0.0249"/>
                                          </p:val>
                                        </p:tav>
                                        <p:tav tm="20220">
                                          <p:val>
                                            <p:fltVal val="-0.0249"/>
                                          </p:val>
                                        </p:tav>
                                        <p:tav tm="21350">
                                          <p:val>
                                            <p:fltVal val="-0.0248"/>
                                          </p:val>
                                        </p:tav>
                                        <p:tav tm="22470">
                                          <p:val>
                                            <p:fltVal val="-0.0241"/>
                                          </p:val>
                                        </p:tav>
                                        <p:tav tm="23600">
                                          <p:val>
                                            <p:fltVal val="-0.022"/>
                                          </p:val>
                                        </p:tav>
                                        <p:tav tm="24720">
                                          <p:val>
                                            <p:fltVal val="-0.0179"/>
                                          </p:val>
                                        </p:tav>
                                        <p:tav tm="25840">
                                          <p:val>
                                            <p:fltVal val="-0.0113"/>
                                          </p:val>
                                        </p:tav>
                                        <p:tav tm="26970">
                                          <p:val>
                                            <p:fltVal val="-0.0013"/>
                                          </p:val>
                                        </p:tav>
                                        <p:tav tm="28090">
                                          <p:val>
                                            <p:fltVal val="0.0124"/>
                                          </p:val>
                                        </p:tav>
                                        <p:tav tm="29210">
                                          <p:val>
                                            <p:fltVal val="0.0309"/>
                                          </p:val>
                                        </p:tav>
                                        <p:tav tm="30340">
                                          <p:val>
                                            <p:fltVal val="0.0546"/>
                                          </p:val>
                                        </p:tav>
                                        <p:tav tm="31460">
                                          <p:val>
                                            <p:fltVal val="0.0842"/>
                                          </p:val>
                                        </p:tav>
                                        <p:tav tm="32580">
                                          <p:val>
                                            <p:fltVal val="0.1204"/>
                                          </p:val>
                                        </p:tav>
                                        <p:tav tm="33710">
                                          <p:val>
                                            <p:fltVal val="0.1634"/>
                                          </p:val>
                                        </p:tav>
                                        <p:tav tm="34830">
                                          <p:val>
                                            <p:fltVal val="0.2145"/>
                                          </p:val>
                                        </p:tav>
                                        <p:tav tm="35960">
                                          <p:val>
                                            <p:fltVal val="0.2711"/>
                                          </p:val>
                                        </p:tav>
                                        <p:tav tm="37080">
                                          <p:val>
                                            <p:fltVal val="0.3207"/>
                                          </p:val>
                                        </p:tav>
                                        <p:tav tm="38200">
                                          <p:val>
                                            <p:fltVal val="0.3625"/>
                                          </p:val>
                                        </p:tav>
                                        <p:tav tm="39330">
                                          <p:val>
                                            <p:fltVal val="0.3973"/>
                                          </p:val>
                                        </p:tav>
                                        <p:tav tm="40450">
                                          <p:val>
                                            <p:fltVal val="0.4256"/>
                                          </p:val>
                                        </p:tav>
                                        <p:tav tm="41570">
                                          <p:val>
                                            <p:fltVal val="0.448"/>
                                          </p:val>
                                        </p:tav>
                                        <p:tav tm="42700">
                                          <p:val>
                                            <p:fltVal val="0.4655"/>
                                          </p:val>
                                        </p:tav>
                                        <p:tav tm="43820">
                                          <p:val>
                                            <p:fltVal val="0.4786"/>
                                          </p:val>
                                        </p:tav>
                                        <p:tav tm="44940">
                                          <p:val>
                                            <p:fltVal val="0.4878"/>
                                          </p:val>
                                        </p:tav>
                                        <p:tav tm="46070">
                                          <p:val>
                                            <p:fltVal val="0.4939"/>
                                          </p:val>
                                        </p:tav>
                                        <p:tav tm="47190">
                                          <p:val>
                                            <p:fltVal val="0.4975"/>
                                          </p:val>
                                        </p:tav>
                                        <p:tav tm="48310">
                                          <p:val>
                                            <p:fltVal val="0.4993"/>
                                          </p:val>
                                        </p:tav>
                                        <p:tav tm="49440">
                                          <p:val>
                                            <p:fltVal val="0.4999"/>
                                          </p:val>
                                        </p:tav>
                                        <p:tav tm="50560">
                                          <p:val>
                                            <p:fltVal val="0.4999"/>
                                          </p:val>
                                        </p:tav>
                                        <p:tav tm="51690">
                                          <p:val>
                                            <p:fltVal val="0.4998"/>
                                          </p:val>
                                        </p:tav>
                                        <p:tav tm="52810">
                                          <p:val>
                                            <p:fltVal val="0.4988"/>
                                          </p:val>
                                        </p:tav>
                                        <p:tav tm="53930">
                                          <p:val>
                                            <p:fltVal val="0.4965"/>
                                          </p:val>
                                        </p:tav>
                                        <p:tav tm="55060">
                                          <p:val>
                                            <p:fltVal val="0.4921"/>
                                          </p:val>
                                        </p:tav>
                                        <p:tav tm="56180">
                                          <p:val>
                                            <p:fltVal val="0.485"/>
                                          </p:val>
                                        </p:tav>
                                        <p:tav tm="57300">
                                          <p:val>
                                            <p:fltVal val="0.4746"/>
                                          </p:val>
                                        </p:tav>
                                        <p:tav tm="58430">
                                          <p:val>
                                            <p:fltVal val="0.4603"/>
                                          </p:val>
                                        </p:tav>
                                        <p:tav tm="59550">
                                          <p:val>
                                            <p:fltVal val="0.4411"/>
                                          </p:val>
                                        </p:tav>
                                        <p:tav tm="60670">
                                          <p:val>
                                            <p:fltVal val="0.4169"/>
                                          </p:val>
                                        </p:tav>
                                        <p:tav tm="61800">
                                          <p:val>
                                            <p:fltVal val="0.3868"/>
                                          </p:val>
                                        </p:tav>
                                        <p:tav tm="62920">
                                          <p:val>
                                            <p:fltVal val="0.3499"/>
                                          </p:val>
                                        </p:tav>
                                        <p:tav tm="64040">
                                          <p:val>
                                            <p:fltVal val="0.306"/>
                                          </p:val>
                                        </p:tav>
                                        <p:tav tm="65170">
                                          <p:val>
                                            <p:fltVal val="0.2544"/>
                                          </p:val>
                                        </p:tav>
                                        <p:tav tm="66290">
                                          <p:val>
                                            <p:fltVal val="0.1981"/>
                                          </p:val>
                                        </p:tav>
                                        <p:tav tm="67420">
                                          <p:val>
                                            <p:fltVal val="0.1498"/>
                                          </p:val>
                                        </p:tav>
                                        <p:tav tm="68540">
                                          <p:val>
                                            <p:fltVal val="0.1087"/>
                                          </p:val>
                                        </p:tav>
                                        <p:tav tm="69660">
                                          <p:val>
                                            <p:fltVal val="0.0748"/>
                                          </p:val>
                                        </p:tav>
                                        <p:tav tm="70790">
                                          <p:val>
                                            <p:fltVal val="0.0473"/>
                                          </p:val>
                                        </p:tav>
                                        <p:tav tm="71910">
                                          <p:val>
                                            <p:fltVal val="0.0251"/>
                                          </p:val>
                                        </p:tav>
                                        <p:tav tm="73030">
                                          <p:val>
                                            <p:fltVal val="0.0082"/>
                                          </p:val>
                                        </p:tav>
                                        <p:tav tm="74160">
                                          <p:val>
                                            <p:fltVal val="-0.0044"/>
                                          </p:val>
                                        </p:tav>
                                        <p:tav tm="75280">
                                          <p:val>
                                            <p:fltVal val="-0.0134"/>
                                          </p:val>
                                        </p:tav>
                                        <p:tav tm="76400">
                                          <p:val>
                                            <p:fltVal val="-0.0192"/>
                                          </p:val>
                                        </p:tav>
                                        <p:tav tm="77530">
                                          <p:val>
                                            <p:fltVal val="-0.0227"/>
                                          </p:val>
                                        </p:tav>
                                        <p:tav tm="78650">
                                          <p:val>
                                            <p:fltVal val="-0.0244"/>
                                          </p:val>
                                        </p:tav>
                                        <p:tav tm="79780">
                                          <p:val>
                                            <p:fltVal val="-0.0249"/>
                                          </p:val>
                                        </p:tav>
                                        <p:tav tm="80900">
                                          <p:val>
                                            <p:fltVal val="-0.0249"/>
                                          </p:val>
                                        </p:tav>
                                        <p:tav tm="82020">
                                          <p:val>
                                            <p:fltVal val="-0.0244"/>
                                          </p:val>
                                        </p:tav>
                                        <p:tav tm="83150">
                                          <p:val>
                                            <p:fltVal val="-0.0219"/>
                                          </p:val>
                                        </p:tav>
                                        <p:tav tm="84270">
                                          <p:val>
                                            <p:fltVal val="-0.0156"/>
                                          </p:val>
                                        </p:tav>
                                        <p:tav tm="85390">
                                          <p:val>
                                            <p:fltVal val="-0.0039"/>
                                          </p:val>
                                        </p:tav>
                                        <p:tav tm="86520">
                                          <p:val>
                                            <p:fltVal val="0.0104"/>
                                          </p:val>
                                        </p:tav>
                                        <p:tav tm="87640">
                                          <p:val>
                                            <p:fltVal val="0.0192"/>
                                          </p:val>
                                        </p:tav>
                                        <p:tav tm="88760">
                                          <p:val>
                                            <p:fltVal val="0.0235"/>
                                          </p:val>
                                        </p:tav>
                                        <p:tav tm="89890">
                                          <p:val>
                                            <p:fltVal val="0.0248"/>
                                          </p:val>
                                        </p:tav>
                                        <p:tav tm="91010">
                                          <p:val>
                                            <p:fltVal val="0.0249"/>
                                          </p:val>
                                        </p:tav>
                                        <p:tav tm="92130">
                                          <p:val>
                                            <p:fltVal val="0.0247"/>
                                          </p:val>
                                        </p:tav>
                                        <p:tav tm="93260">
                                          <p:val>
                                            <p:fltVal val="0.0234"/>
                                          </p:val>
                                        </p:tav>
                                        <p:tav tm="94380">
                                          <p:val>
                                            <p:fltVal val="0.0202"/>
                                          </p:val>
                                        </p:tav>
                                        <p:tav tm="95510">
                                          <p:val>
                                            <p:fltVal val="0.0143"/>
                                          </p:val>
                                        </p:tav>
                                        <p:tav tm="96630">
                                          <p:val>
                                            <p:fltVal val="0.0071"/>
                                          </p:val>
                                        </p:tav>
                                        <p:tav tm="97750">
                                          <p:val>
                                            <p:fltVal val="0.0027"/>
                                          </p:val>
                                        </p:tav>
                                        <p:tav tm="98880">
                                          <p:val>
                                            <p:fltVal val="0.0007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1"/>
                                          </p:val>
                                        </p:tav>
                                        <p:tav tm="2250">
                                          <p:val>
                                            <p:fltVal val="1.0002"/>
                                          </p:val>
                                        </p:tav>
                                        <p:tav tm="3370">
                                          <p:val>
                                            <p:fltVal val="1.0009"/>
                                          </p:val>
                                        </p:tav>
                                        <p:tav tm="4490">
                                          <p:val>
                                            <p:fltVal val="1.0023"/>
                                          </p:val>
                                        </p:tav>
                                        <p:tav tm="5620">
                                          <p:val>
                                            <p:fltVal val="1.0046"/>
                                          </p:val>
                                        </p:tav>
                                        <p:tav tm="6740">
                                          <p:val>
                                            <p:fltVal val="1.008"/>
                                          </p:val>
                                        </p:tav>
                                        <p:tav tm="7870">
                                          <p:val>
                                            <p:fltVal val="1.0127"/>
                                          </p:val>
                                        </p:tav>
                                        <p:tav tm="8990">
                                          <p:val>
                                            <p:fltVal val="1.019"/>
                                          </p:val>
                                        </p:tav>
                                        <p:tav tm="10110">
                                          <p:val>
                                            <p:fltVal val="1.0271"/>
                                          </p:val>
                                        </p:tav>
                                        <p:tav tm="11240">
                                          <p:val>
                                            <p:fltVal val="1.0351"/>
                                          </p:val>
                                        </p:tav>
                                        <p:tav tm="12360">
                                          <p:val>
                                            <p:fltVal val="1.0414"/>
                                          </p:val>
                                        </p:tav>
                                        <p:tav tm="13480">
                                          <p:val>
                                            <p:fltVal val="1.046"/>
                                          </p:val>
                                        </p:tav>
                                        <p:tav tm="14610">
                                          <p:val>
                                            <p:fltVal val="1.0494"/>
                                          </p:val>
                                        </p:tav>
                                        <p:tav tm="15730">
                                          <p:val>
                                            <p:fltVal val="1.0516"/>
                                          </p:val>
                                        </p:tav>
                                        <p:tav tm="16850">
                                          <p:val>
                                            <p:fltVal val="1.053"/>
                                          </p:val>
                                        </p:tav>
                                        <p:tav tm="17980">
                                          <p:val>
                                            <p:fltVal val="1.0537"/>
                                          </p:val>
                                        </p:tav>
                                        <p:tav tm="19100">
                                          <p:val>
                                            <p:fltVal val="1.0539"/>
                                          </p:val>
                                        </p:tav>
                                        <p:tav tm="20220">
                                          <p:val>
                                            <p:fltVal val="1.054"/>
                                          </p:val>
                                        </p:tav>
                                        <p:tav tm="21350">
                                          <p:val>
                                            <p:fltVal val="1.0536"/>
                                          </p:val>
                                        </p:tav>
                                        <p:tav tm="22470">
                                          <p:val>
                                            <p:fltVal val="1.0515"/>
                                          </p:val>
                                        </p:tav>
                                        <p:tav tm="23600">
                                          <p:val>
                                            <p:fltVal val="1.0457"/>
                                          </p:val>
                                        </p:tav>
                                        <p:tav tm="24720">
                                          <p:val>
                                            <p:fltVal val="1.0344"/>
                                          </p:val>
                                        </p:tav>
                                        <p:tav tm="25840">
                                          <p:val>
                                            <p:fltVal val="1.0183"/>
                                          </p:val>
                                        </p:tav>
                                        <p:tav tm="26970">
                                          <p:val>
                                            <p:fltVal val="1.0076"/>
                                          </p:val>
                                        </p:tav>
                                        <p:tav tm="28090">
                                          <p:val>
                                            <p:fltVal val="1.0021"/>
                                          </p:val>
                                        </p:tav>
                                        <p:tav tm="29210">
                                          <p:val>
                                            <p:fltVal val="1.0002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1"/>
                                          </p:val>
                                        </p:tav>
                                        <p:tav tm="68540">
                                          <p:val>
                                            <p:fltVal val="1.0006"/>
                                          </p:val>
                                        </p:tav>
                                        <p:tav tm="69660">
                                          <p:val>
                                            <p:fltVal val="1.0024"/>
                                          </p:val>
                                        </p:tav>
                                        <p:tav tm="70790">
                                          <p:val>
                                            <p:fltVal val="1.006"/>
                                          </p:val>
                                        </p:tav>
                                        <p:tav tm="71910">
                                          <p:val>
                                            <p:fltVal val="1.0121"/>
                                          </p:val>
                                        </p:tav>
                                        <p:tav tm="73030">
                                          <p:val>
                                            <p:fltVal val="1.0213"/>
                                          </p:val>
                                        </p:tav>
                                        <p:tav tm="74160">
                                          <p:val>
                                            <p:fltVal val="1.0331"/>
                                          </p:val>
                                        </p:tav>
                                        <p:tav tm="75280">
                                          <p:val>
                                            <p:fltVal val="1.0422"/>
                                          </p:val>
                                        </p:tav>
                                        <p:tav tm="76400">
                                          <p:val>
                                            <p:fltVal val="1.0482"/>
                                          </p:val>
                                        </p:tav>
                                        <p:tav tm="77530">
                                          <p:val>
                                            <p:fltVal val="1.0516"/>
                                          </p:val>
                                        </p:tav>
                                        <p:tav tm="78650">
                                          <p:val>
                                            <p:fltVal val="1.0534"/>
                                          </p:val>
                                        </p:tav>
                                        <p:tav tm="79780">
                                          <p:val>
                                            <p:fltVal val="1.0539"/>
                                          </p:val>
                                        </p:tav>
                                        <p:tav tm="80900">
                                          <p:val>
                                            <p:fltVal val="1.0539"/>
                                          </p:val>
                                        </p:tav>
                                        <p:tav tm="82020">
                                          <p:val>
                                            <p:fltVal val="1.0534"/>
                                          </p:val>
                                        </p:tav>
                                        <p:tav tm="83150">
                                          <p:val>
                                            <p:fltVal val="1.0506"/>
                                          </p:val>
                                        </p:tav>
                                        <p:tav tm="84270">
                                          <p:val>
                                            <p:fltVal val="1.0439"/>
                                          </p:val>
                                        </p:tav>
                                        <p:tav tm="85390">
                                          <p:val>
                                            <p:fltVal val="1.0312"/>
                                          </p:val>
                                        </p:tav>
                                        <p:tav tm="86520">
                                          <p:val>
                                            <p:fltVal val="1.0156"/>
                                          </p:val>
                                        </p:tav>
                                        <p:tav tm="87640">
                                          <p:val>
                                            <p:fltVal val="1.0061"/>
                                          </p:val>
                                        </p:tav>
                                        <p:tav tm="88760">
                                          <p:val>
                                            <p:fltVal val="1.0015"/>
                                          </p:val>
                                        </p:tav>
                                        <p:tav tm="89890">
                                          <p:val>
                                            <p:fltVal val="1.0001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0.9999"/>
                                          </p:val>
                                        </p:tav>
                                        <p:tav tm="2250">
                                          <p:val>
                                            <p:fltVal val="0.9994"/>
                                          </p:val>
                                        </p:tav>
                                        <p:tav tm="3370">
                                          <p:val>
                                            <p:fltVal val="0.9981"/>
                                          </p:val>
                                        </p:tav>
                                        <p:tav tm="4490">
                                          <p:val>
                                            <p:fltVal val="0.9955"/>
                                          </p:val>
                                        </p:tav>
                                        <p:tav tm="5620">
                                          <p:val>
                                            <p:fltVal val="0.9913"/>
                                          </p:val>
                                        </p:tav>
                                        <p:tav tm="6740">
                                          <p:val>
                                            <p:fltVal val="0.985"/>
                                          </p:val>
                                        </p:tav>
                                        <p:tav tm="7870">
                                          <p:val>
                                            <p:fltVal val="0.9763"/>
                                          </p:val>
                                        </p:tav>
                                        <p:tav tm="8990">
                                          <p:val>
                                            <p:fltVal val="0.9646"/>
                                          </p:val>
                                        </p:tav>
                                        <p:tav tm="10110">
                                          <p:val>
                                            <p:fltVal val="0.9497"/>
                                          </p:val>
                                        </p:tav>
                                        <p:tav tm="11240">
                                          <p:val>
                                            <p:fltVal val="0.9348"/>
                                          </p:val>
                                        </p:tav>
                                        <p:tav tm="12360">
                                          <p:val>
                                            <p:fltVal val="0.9232"/>
                                          </p:val>
                                        </p:tav>
                                        <p:tav tm="13480">
                                          <p:val>
                                            <p:fltVal val="0.9146"/>
                                          </p:val>
                                        </p:tav>
                                        <p:tav tm="14610">
                                          <p:val>
                                            <p:fltVal val="0.9084"/>
                                          </p:val>
                                        </p:tav>
                                        <p:tav tm="15730">
                                          <p:val>
                                            <p:fltVal val="0.9042"/>
                                          </p:val>
                                        </p:tav>
                                        <p:tav tm="16850">
                                          <p:val>
                                            <p:fltVal val="0.9017"/>
                                          </p:val>
                                        </p:tav>
                                        <p:tav tm="17980">
                                          <p:val>
                                            <p:fltVal val="0.9005"/>
                                          </p:val>
                                        </p:tav>
                                        <p:tav tm="19100">
                                          <p:val>
                                            <p:fltVal val="0.9"/>
                                          </p:val>
                                        </p:tav>
                                        <p:tav tm="20220">
                                          <p:val>
                                            <p:fltVal val="0.8999"/>
                                          </p:val>
                                        </p:tav>
                                        <p:tav tm="21350">
                                          <p:val>
                                            <p:fltVal val="0.9006"/>
                                          </p:val>
                                        </p:tav>
                                        <p:tav tm="22470">
                                          <p:val>
                                            <p:fltVal val="0.9046"/>
                                          </p:val>
                                        </p:tav>
                                        <p:tav tm="23600">
                                          <p:val>
                                            <p:fltVal val="0.9153"/>
                                          </p:val>
                                        </p:tav>
                                        <p:tav tm="24720">
                                          <p:val>
                                            <p:fltVal val="0.9362"/>
                                          </p:val>
                                        </p:tav>
                                        <p:tav tm="25840">
                                          <p:val>
                                            <p:fltVal val="0.9659"/>
                                          </p:val>
                                        </p:tav>
                                        <p:tav tm="26970">
                                          <p:val>
                                            <p:fltVal val="0.9858"/>
                                          </p:val>
                                        </p:tav>
                                        <p:tav tm="28090">
                                          <p:val>
                                            <p:fltVal val="0.9959"/>
                                          </p:val>
                                        </p:tav>
                                        <p:tav tm="29210">
                                          <p:val>
                                            <p:fltVal val="0.9995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0.9998"/>
                                          </p:val>
                                        </p:tav>
                                        <p:tav tm="68540">
                                          <p:val>
                                            <p:fltVal val="0.9987"/>
                                          </p:val>
                                        </p:tav>
                                        <p:tav tm="69660">
                                          <p:val>
                                            <p:fltVal val="0.9955"/>
                                          </p:val>
                                        </p:tav>
                                        <p:tav tm="70790">
                                          <p:val>
                                            <p:fltVal val="0.9888"/>
                                          </p:val>
                                        </p:tav>
                                        <p:tav tm="71910">
                                          <p:val>
                                            <p:fltVal val="0.9775"/>
                                          </p:val>
                                        </p:tav>
                                        <p:tav tm="73030">
                                          <p:val>
                                            <p:fltVal val="0.9605"/>
                                          </p:val>
                                        </p:tav>
                                        <p:tav tm="74160">
                                          <p:val>
                                            <p:fltVal val="0.9385"/>
                                          </p:val>
                                        </p:tav>
                                        <p:tav tm="75280">
                                          <p:val>
                                            <p:fltVal val="0.9217"/>
                                          </p:val>
                                        </p:tav>
                                        <p:tav tm="76400">
                                          <p:val>
                                            <p:fltVal val="0.9107"/>
                                          </p:val>
                                        </p:tav>
                                        <p:tav tm="77530">
                                          <p:val>
                                            <p:fltVal val="0.9042"/>
                                          </p:val>
                                        </p:tav>
                                        <p:tav tm="78650">
                                          <p:val>
                                            <p:fltVal val="0.901"/>
                                          </p:val>
                                        </p:tav>
                                        <p:tav tm="79780">
                                          <p:val>
                                            <p:fltVal val="0.9"/>
                                          </p:val>
                                        </p:tav>
                                        <p:tav tm="80900">
                                          <p:val>
                                            <p:fltVal val="0.9"/>
                                          </p:val>
                                        </p:tav>
                                        <p:tav tm="82020">
                                          <p:val>
                                            <p:fltVal val="0.901"/>
                                          </p:val>
                                        </p:tav>
                                        <p:tav tm="83150">
                                          <p:val>
                                            <p:fltVal val="0.9061"/>
                                          </p:val>
                                        </p:tav>
                                        <p:tav tm="84270">
                                          <p:val>
                                            <p:fltVal val="0.9186"/>
                                          </p:val>
                                        </p:tav>
                                        <p:tav tm="85390">
                                          <p:val>
                                            <p:fltVal val="0.942"/>
                                          </p:val>
                                        </p:tav>
                                        <p:tav tm="86520">
                                          <p:val>
                                            <p:fltVal val="0.9709"/>
                                          </p:val>
                                        </p:tav>
                                        <p:tav tm="87640">
                                          <p:val>
                                            <p:fltVal val="0.9885"/>
                                          </p:val>
                                        </p:tav>
                                        <p:tav tm="88760">
                                          <p:val>
                                            <p:fltVal val="0.997"/>
                                          </p:val>
                                        </p:tav>
                                        <p:tav tm="89890">
                                          <p:val>
                                            <p:fltVal val="0.9997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1"/>
                                          </p:val>
                                        </p:tav>
                                        <p:tav tm="2250">
                                          <p:val>
                                            <p:fltVal val="1.0002"/>
                                          </p:val>
                                        </p:tav>
                                        <p:tav tm="3370">
                                          <p:val>
                                            <p:fltVal val="1.0009"/>
                                          </p:val>
                                        </p:tav>
                                        <p:tav tm="4490">
                                          <p:val>
                                            <p:fltVal val="1.0023"/>
                                          </p:val>
                                        </p:tav>
                                        <p:tav tm="5620">
                                          <p:val>
                                            <p:fltVal val="1.0046"/>
                                          </p:val>
                                        </p:tav>
                                        <p:tav tm="6740">
                                          <p:val>
                                            <p:fltVal val="1.008"/>
                                          </p:val>
                                        </p:tav>
                                        <p:tav tm="7870">
                                          <p:val>
                                            <p:fltVal val="1.0127"/>
                                          </p:val>
                                        </p:tav>
                                        <p:tav tm="8990">
                                          <p:val>
                                            <p:fltVal val="1.019"/>
                                          </p:val>
                                        </p:tav>
                                        <p:tav tm="10110">
                                          <p:val>
                                            <p:fltVal val="1.0271"/>
                                          </p:val>
                                        </p:tav>
                                        <p:tav tm="11240">
                                          <p:val>
                                            <p:fltVal val="1.0351"/>
                                          </p:val>
                                        </p:tav>
                                        <p:tav tm="12360">
                                          <p:val>
                                            <p:fltVal val="1.0414"/>
                                          </p:val>
                                        </p:tav>
                                        <p:tav tm="13480">
                                          <p:val>
                                            <p:fltVal val="1.046"/>
                                          </p:val>
                                        </p:tav>
                                        <p:tav tm="14610">
                                          <p:val>
                                            <p:fltVal val="1.0494"/>
                                          </p:val>
                                        </p:tav>
                                        <p:tav tm="15730">
                                          <p:val>
                                            <p:fltVal val="1.0516"/>
                                          </p:val>
                                        </p:tav>
                                        <p:tav tm="16850">
                                          <p:val>
                                            <p:fltVal val="1.053"/>
                                          </p:val>
                                        </p:tav>
                                        <p:tav tm="17980">
                                          <p:val>
                                            <p:fltVal val="1.0537"/>
                                          </p:val>
                                        </p:tav>
                                        <p:tav tm="19100">
                                          <p:val>
                                            <p:fltVal val="1.0539"/>
                                          </p:val>
                                        </p:tav>
                                        <p:tav tm="20220">
                                          <p:val>
                                            <p:fltVal val="1.054"/>
                                          </p:val>
                                        </p:tav>
                                        <p:tav tm="21350">
                                          <p:val>
                                            <p:fltVal val="1.0536"/>
                                          </p:val>
                                        </p:tav>
                                        <p:tav tm="22470">
                                          <p:val>
                                            <p:fltVal val="1.0515"/>
                                          </p:val>
                                        </p:tav>
                                        <p:tav tm="23600">
                                          <p:val>
                                            <p:fltVal val="1.0457"/>
                                          </p:val>
                                        </p:tav>
                                        <p:tav tm="24720">
                                          <p:val>
                                            <p:fltVal val="1.0344"/>
                                          </p:val>
                                        </p:tav>
                                        <p:tav tm="25840">
                                          <p:val>
                                            <p:fltVal val="1.0183"/>
                                          </p:val>
                                        </p:tav>
                                        <p:tav tm="26970">
                                          <p:val>
                                            <p:fltVal val="1.0076"/>
                                          </p:val>
                                        </p:tav>
                                        <p:tav tm="28090">
                                          <p:val>
                                            <p:fltVal val="1.0021"/>
                                          </p:val>
                                        </p:tav>
                                        <p:tav tm="29210">
                                          <p:val>
                                            <p:fltVal val="1.0002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1"/>
                                          </p:val>
                                        </p:tav>
                                        <p:tav tm="68540">
                                          <p:val>
                                            <p:fltVal val="1.0006"/>
                                          </p:val>
                                        </p:tav>
                                        <p:tav tm="69660">
                                          <p:val>
                                            <p:fltVal val="1.0024"/>
                                          </p:val>
                                        </p:tav>
                                        <p:tav tm="70790">
                                          <p:val>
                                            <p:fltVal val="1.006"/>
                                          </p:val>
                                        </p:tav>
                                        <p:tav tm="71910">
                                          <p:val>
                                            <p:fltVal val="1.0121"/>
                                          </p:val>
                                        </p:tav>
                                        <p:tav tm="73030">
                                          <p:val>
                                            <p:fltVal val="1.0213"/>
                                          </p:val>
                                        </p:tav>
                                        <p:tav tm="74160">
                                          <p:val>
                                            <p:fltVal val="1.0331"/>
                                          </p:val>
                                        </p:tav>
                                        <p:tav tm="75280">
                                          <p:val>
                                            <p:fltVal val="1.0422"/>
                                          </p:val>
                                        </p:tav>
                                        <p:tav tm="76400">
                                          <p:val>
                                            <p:fltVal val="1.0482"/>
                                          </p:val>
                                        </p:tav>
                                        <p:tav tm="77530">
                                          <p:val>
                                            <p:fltVal val="1.0516"/>
                                          </p:val>
                                        </p:tav>
                                        <p:tav tm="78650">
                                          <p:val>
                                            <p:fltVal val="1.0534"/>
                                          </p:val>
                                        </p:tav>
                                        <p:tav tm="79780">
                                          <p:val>
                                            <p:fltVal val="1.0539"/>
                                          </p:val>
                                        </p:tav>
                                        <p:tav tm="80900">
                                          <p:val>
                                            <p:fltVal val="1.0539"/>
                                          </p:val>
                                        </p:tav>
                                        <p:tav tm="82020">
                                          <p:val>
                                            <p:fltVal val="1.0534"/>
                                          </p:val>
                                        </p:tav>
                                        <p:tav tm="83150">
                                          <p:val>
                                            <p:fltVal val="1.0506"/>
                                          </p:val>
                                        </p:tav>
                                        <p:tav tm="84270">
                                          <p:val>
                                            <p:fltVal val="1.0439"/>
                                          </p:val>
                                        </p:tav>
                                        <p:tav tm="85390">
                                          <p:val>
                                            <p:fltVal val="1.0312"/>
                                          </p:val>
                                        </p:tav>
                                        <p:tav tm="86520">
                                          <p:val>
                                            <p:fltVal val="1.0156"/>
                                          </p:val>
                                        </p:tav>
                                        <p:tav tm="87640">
                                          <p:val>
                                            <p:fltVal val="1.0061"/>
                                          </p:val>
                                        </p:tav>
                                        <p:tav tm="88760">
                                          <p:val>
                                            <p:fltVal val="1.0015"/>
                                          </p:val>
                                        </p:tav>
                                        <p:tav tm="89890">
                                          <p:val>
                                            <p:fltVal val="1.0001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C5553-2BA4-F8E8-8312-02DAF8F2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276" y="0"/>
            <a:ext cx="10131425" cy="1456267"/>
          </a:xfrm>
        </p:spPr>
        <p:txBody>
          <a:bodyPr/>
          <a:lstStyle/>
          <a:p>
            <a:r>
              <a:rPr lang="nl-NL" dirty="0"/>
              <a:t>Schakeling voor waterpompen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5EE906-09F5-BFC2-0D72-C559A46D63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6983" y="1042777"/>
            <a:ext cx="10235205" cy="612570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912982-8CEF-AC5F-1F8E-1A2DCE022A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11" b="89942" l="983" r="99017">
                        <a14:foregroundMark x1="5160" y1="28627" x2="5160" y2="28627"/>
                        <a14:foregroundMark x1="983" y1="36750" x2="983" y2="36750"/>
                        <a14:foregroundMark x1="33907" y1="8511" x2="33907" y2="8511"/>
                        <a14:foregroundMark x1="93120" y1="51257" x2="93120" y2="51257"/>
                        <a14:foregroundMark x1="95086" y1="34236" x2="95086" y2="34236"/>
                        <a14:foregroundMark x1="99017" y1="37331" x2="99017" y2="37331"/>
                        <a14:foregroundMark x1="66339" y1="89555" x2="66339" y2="89555"/>
                        <a14:foregroundMark x1="56265" y1="88588" x2="56265" y2="8858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932212"/>
            <a:ext cx="2268148" cy="28811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42BC3D-A219-CCCF-9749-9F5E1F8002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167" b="95625" l="8544" r="91772">
                        <a14:foregroundMark x1="51899" y1="14167" x2="51899" y2="14167"/>
                        <a14:foregroundMark x1="56487" y1="4167" x2="56487" y2="4167"/>
                        <a14:foregroundMark x1="48734" y1="79375" x2="48734" y2="79375"/>
                        <a14:foregroundMark x1="48734" y1="84271" x2="48734" y2="84271"/>
                        <a14:foregroundMark x1="49842" y1="95833" x2="49842" y2="95833"/>
                        <a14:foregroundMark x1="63608" y1="76458" x2="63608" y2="76458"/>
                        <a14:foregroundMark x1="63291" y1="82708" x2="63291" y2="82708"/>
                        <a14:foregroundMark x1="63608" y1="48750" x2="63608" y2="48750"/>
                        <a14:foregroundMark x1="62816" y1="48542" x2="62816" y2="48542"/>
                        <a14:foregroundMark x1="63133" y1="51667" x2="63133" y2="51667"/>
                        <a14:foregroundMark x1="62184" y1="51667" x2="62184" y2="51667"/>
                        <a14:foregroundMark x1="62816" y1="43021" x2="62816" y2="43021"/>
                        <a14:foregroundMark x1="62658" y1="45938" x2="62658" y2="45938"/>
                        <a14:foregroundMark x1="64557" y1="76458" x2="64557" y2="76458"/>
                        <a14:foregroundMark x1="63924" y1="81771" x2="63924" y2="81771"/>
                        <a14:foregroundMark x1="63766" y1="81875" x2="63766" y2="81875"/>
                        <a14:foregroundMark x1="63291" y1="81875" x2="63291" y2="81875"/>
                        <a14:foregroundMark x1="64082" y1="82396" x2="63924" y2="83333"/>
                        <a14:foregroundMark x1="63924" y1="82083" x2="64082" y2="87604"/>
                        <a14:foregroundMark x1="63133" y1="80000" x2="63133" y2="80000"/>
                        <a14:foregroundMark x1="63449" y1="80104" x2="63449" y2="80104"/>
                        <a14:foregroundMark x1="63608" y1="81042" x2="63608" y2="80208"/>
                        <a14:foregroundMark x1="91930" y1="86667" x2="91930" y2="86667"/>
                        <a14:foregroundMark x1="34019" y1="78958" x2="34019" y2="78958"/>
                        <a14:foregroundMark x1="34019" y1="83958" x2="34019" y2="83958"/>
                        <a14:foregroundMark x1="8544" y1="87917" x2="8544" y2="87917"/>
                        <a14:backgroundMark x1="7911" y1="88542" x2="7911" y2="8854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63959" y="1042317"/>
            <a:ext cx="1353306" cy="2055655"/>
          </a:xfrm>
          <a:prstGeom prst="rect">
            <a:avLst/>
          </a:prstGeom>
        </p:spPr>
      </p:pic>
      <p:pic>
        <p:nvPicPr>
          <p:cNvPr id="15" name="Picture 14" descr="A switch with a red light&#10;&#10;AI-generated content may be incorrect.">
            <a:extLst>
              <a:ext uri="{FF2B5EF4-FFF2-40B4-BE49-F238E27FC236}">
                <a16:creationId xmlns:a16="http://schemas.microsoft.com/office/drawing/2014/main" id="{3BB5ABA8-CEB5-904A-6B6F-AB6E8B12B5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51" y="858023"/>
            <a:ext cx="2424242" cy="24242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655519-82E4-A7C0-1371-FDF7E34D949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829" y="4020568"/>
            <a:ext cx="3039748" cy="3039748"/>
          </a:xfrm>
          <a:prstGeom prst="rect">
            <a:avLst/>
          </a:prstGeom>
        </p:spPr>
      </p:pic>
      <p:pic>
        <p:nvPicPr>
          <p:cNvPr id="4" name="Picture 3" descr="A close-up of a microchip&#10;&#10;AI-generated content may be incorrect.">
            <a:extLst>
              <a:ext uri="{FF2B5EF4-FFF2-40B4-BE49-F238E27FC236}">
                <a16:creationId xmlns:a16="http://schemas.microsoft.com/office/drawing/2014/main" id="{D1095524-CEE5-C2A2-4609-B41769C43E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9600" r="90800">
                        <a14:foregroundMark x1="13200" y1="53900" x2="13200" y2="53900"/>
                        <a14:foregroundMark x1="12400" y1="53000" x2="12400" y2="53000"/>
                        <a14:foregroundMark x1="10800" y1="50700" x2="10800" y2="50700"/>
                        <a14:foregroundMark x1="10100" y1="50000" x2="10100" y2="50000"/>
                        <a14:foregroundMark x1="9700" y1="49300" x2="12200" y2="52400"/>
                        <a14:foregroundMark x1="33500" y1="75900" x2="33500" y2="75900"/>
                        <a14:foregroundMark x1="33600" y1="74000" x2="34000" y2="77400"/>
                        <a14:foregroundMark x1="36639" y1="73900" x2="36700" y2="75900"/>
                        <a14:foregroundMark x1="36600" y1="72600" x2="36639" y2="73900"/>
                        <a14:foregroundMark x1="39500" y1="71000" x2="39600" y2="75100"/>
                        <a14:foregroundMark x1="29900" y1="73200" x2="29900" y2="73200"/>
                        <a14:foregroundMark x1="28400" y1="73100" x2="28400" y2="73100"/>
                        <a14:foregroundMark x1="27500" y1="72400" x2="27500" y2="72400"/>
                        <a14:foregroundMark x1="26300" y1="70400" x2="26300" y2="70400"/>
                        <a14:foregroundMark x1="25600" y1="69500" x2="25600" y2="69500"/>
                        <a14:foregroundMark x1="22400" y1="65900" x2="27700" y2="72500"/>
                        <a14:foregroundMark x1="90800" y1="41600" x2="90800" y2="41600"/>
                        <a14:foregroundMark x1="90300" y1="43500" x2="90300" y2="43500"/>
                        <a14:foregroundMark x1="17500" y1="59300" x2="17500" y2="59300"/>
                        <a14:foregroundMark x1="17800" y1="60500" x2="17800" y2="60500"/>
                        <a14:foregroundMark x1="18700" y1="61600" x2="18700" y2="61600"/>
                        <a14:foregroundMark x1="16800" y1="58500" x2="16800" y2="58500"/>
                        <a14:foregroundMark x1="16500" y1="58100" x2="16500" y2="58100"/>
                        <a14:foregroundMark x1="15500" y1="57700" x2="15500" y2="57700"/>
                        <a14:foregroundMark x1="15700" y1="57700" x2="19300" y2="62200"/>
                        <a14:backgroundMark x1="35100" y1="73900" x2="35100" y2="739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568" y="4723155"/>
            <a:ext cx="3138083" cy="3138083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A6D4B63E-87BE-8A00-D046-9365ABCA6414}"/>
              </a:ext>
            </a:extLst>
          </p:cNvPr>
          <p:cNvGrpSpPr/>
          <p:nvPr/>
        </p:nvGrpSpPr>
        <p:grpSpPr>
          <a:xfrm>
            <a:off x="6566989" y="1891206"/>
            <a:ext cx="451080" cy="420480"/>
            <a:chOff x="6566989" y="1891206"/>
            <a:chExt cx="451080" cy="4204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B90FBF5-122E-3637-9650-81AED31347A2}"/>
                    </a:ext>
                  </a:extLst>
                </p14:cNvPr>
                <p14:cNvContentPartPr/>
                <p14:nvPr/>
              </p14:nvContentPartPr>
              <p14:xfrm>
                <a:off x="6584629" y="2030526"/>
                <a:ext cx="433440" cy="59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B90FBF5-122E-3637-9650-81AED31347A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575989" y="2021886"/>
                  <a:ext cx="4510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3684E8E-2DB7-0BFB-6704-673BCD08E70A}"/>
                    </a:ext>
                  </a:extLst>
                </p14:cNvPr>
                <p14:cNvContentPartPr/>
                <p14:nvPr/>
              </p14:nvContentPartPr>
              <p14:xfrm>
                <a:off x="6597229" y="1891206"/>
                <a:ext cx="257400" cy="115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3684E8E-2DB7-0BFB-6704-673BCD08E70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88589" y="1882566"/>
                  <a:ext cx="2750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A52FA29-B898-5DCF-0A7F-4170714ED0F2}"/>
                    </a:ext>
                  </a:extLst>
                </p14:cNvPr>
                <p14:cNvContentPartPr/>
                <p14:nvPr/>
              </p14:nvContentPartPr>
              <p14:xfrm>
                <a:off x="6566989" y="2065086"/>
                <a:ext cx="219960" cy="246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A52FA29-B898-5DCF-0A7F-4170714ED0F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57989" y="2056086"/>
                  <a:ext cx="23760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597F53D-B21C-4119-9E6D-F7B66D78CC48}"/>
              </a:ext>
            </a:extLst>
          </p:cNvPr>
          <p:cNvGrpSpPr/>
          <p:nvPr/>
        </p:nvGrpSpPr>
        <p:grpSpPr>
          <a:xfrm>
            <a:off x="5533789" y="3045726"/>
            <a:ext cx="285120" cy="279720"/>
            <a:chOff x="5533789" y="3045726"/>
            <a:chExt cx="285120" cy="2797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7D44BC2-E7B7-A1DB-8F57-0DAB77040650}"/>
                    </a:ext>
                  </a:extLst>
                </p14:cNvPr>
                <p14:cNvContentPartPr/>
                <p14:nvPr/>
              </p14:nvContentPartPr>
              <p14:xfrm>
                <a:off x="5589229" y="3045726"/>
                <a:ext cx="229680" cy="168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7D44BC2-E7B7-A1DB-8F57-0DAB7704065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80589" y="3037086"/>
                  <a:ext cx="2473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8D4AC56-AD3E-DAD5-2F84-37F2C43F6D0A}"/>
                    </a:ext>
                  </a:extLst>
                </p14:cNvPr>
                <p14:cNvContentPartPr/>
                <p14:nvPr/>
              </p14:nvContentPartPr>
              <p14:xfrm>
                <a:off x="5533789" y="3087126"/>
                <a:ext cx="248400" cy="238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8D4AC56-AD3E-DAD5-2F84-37F2C43F6D0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525149" y="3078486"/>
                  <a:ext cx="266040" cy="255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39593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0BB67-7EBB-D597-30C2-FF15A02A0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B80F9-DC56-3FF8-99EC-464055012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276" y="0"/>
            <a:ext cx="10131425" cy="1456267"/>
          </a:xfrm>
        </p:spPr>
        <p:txBody>
          <a:bodyPr/>
          <a:lstStyle/>
          <a:p>
            <a:r>
              <a:rPr lang="nl-NL" dirty="0"/>
              <a:t>Schakeling voor waterpompen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5CC453-24EE-9902-FAA1-D91851875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-428966"/>
            <a:ext cx="17192660" cy="976133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ECE253-4F81-CDB0-2639-0688564133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11" b="89942" l="983" r="99017">
                        <a14:foregroundMark x1="5160" y1="28627" x2="5160" y2="28627"/>
                        <a14:foregroundMark x1="983" y1="36750" x2="983" y2="36750"/>
                        <a14:foregroundMark x1="33907" y1="8511" x2="33907" y2="8511"/>
                        <a14:foregroundMark x1="93120" y1="51257" x2="93120" y2="51257"/>
                        <a14:foregroundMark x1="95086" y1="34236" x2="95086" y2="34236"/>
                        <a14:foregroundMark x1="99017" y1="37331" x2="99017" y2="37331"/>
                        <a14:foregroundMark x1="66339" y1="89555" x2="66339" y2="89555"/>
                        <a14:foregroundMark x1="56265" y1="88588" x2="56265" y2="8858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728133"/>
            <a:ext cx="2268148" cy="28811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E335D1C-1253-7154-C56D-F8D87951BD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167" b="95625" l="8544" r="91772">
                        <a14:foregroundMark x1="51899" y1="14167" x2="51899" y2="14167"/>
                        <a14:foregroundMark x1="56487" y1="4167" x2="56487" y2="4167"/>
                        <a14:foregroundMark x1="48734" y1="79375" x2="48734" y2="79375"/>
                        <a14:foregroundMark x1="48734" y1="84271" x2="48734" y2="84271"/>
                        <a14:foregroundMark x1="49842" y1="95833" x2="49842" y2="95833"/>
                        <a14:foregroundMark x1="63608" y1="76458" x2="63608" y2="76458"/>
                        <a14:foregroundMark x1="63291" y1="82708" x2="63291" y2="82708"/>
                        <a14:foregroundMark x1="63608" y1="48750" x2="63608" y2="48750"/>
                        <a14:foregroundMark x1="62816" y1="48542" x2="62816" y2="48542"/>
                        <a14:foregroundMark x1="63133" y1="51667" x2="63133" y2="51667"/>
                        <a14:foregroundMark x1="62184" y1="51667" x2="62184" y2="51667"/>
                        <a14:foregroundMark x1="62816" y1="43021" x2="62816" y2="43021"/>
                        <a14:foregroundMark x1="62658" y1="45938" x2="62658" y2="45938"/>
                        <a14:foregroundMark x1="64557" y1="76458" x2="64557" y2="76458"/>
                        <a14:foregroundMark x1="63924" y1="81771" x2="63924" y2="81771"/>
                        <a14:foregroundMark x1="63766" y1="81875" x2="63766" y2="81875"/>
                        <a14:foregroundMark x1="63291" y1="81875" x2="63291" y2="81875"/>
                        <a14:foregroundMark x1="64082" y1="82396" x2="63924" y2="83333"/>
                        <a14:foregroundMark x1="63924" y1="82083" x2="64082" y2="87604"/>
                        <a14:foregroundMark x1="63133" y1="80000" x2="63133" y2="80000"/>
                        <a14:foregroundMark x1="63449" y1="80104" x2="63449" y2="80104"/>
                        <a14:foregroundMark x1="63608" y1="81042" x2="63608" y2="80208"/>
                        <a14:foregroundMark x1="91930" y1="86667" x2="91930" y2="86667"/>
                        <a14:foregroundMark x1="34019" y1="78958" x2="34019" y2="78958"/>
                        <a14:foregroundMark x1="34019" y1="83958" x2="34019" y2="83958"/>
                        <a14:foregroundMark x1="8544" y1="87917" x2="8544" y2="87917"/>
                        <a14:backgroundMark x1="7911" y1="88542" x2="7911" y2="8854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82939" y="516096"/>
            <a:ext cx="1353306" cy="2055655"/>
          </a:xfrm>
          <a:prstGeom prst="rect">
            <a:avLst/>
          </a:prstGeom>
        </p:spPr>
      </p:pic>
      <p:pic>
        <p:nvPicPr>
          <p:cNvPr id="4" name="Picture 3" descr="A close-up of a microchip&#10;&#10;AI-generated content may be incorrect.">
            <a:extLst>
              <a:ext uri="{FF2B5EF4-FFF2-40B4-BE49-F238E27FC236}">
                <a16:creationId xmlns:a16="http://schemas.microsoft.com/office/drawing/2014/main" id="{C935879F-9796-3675-5AFC-A35CFCDA810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9600" r="90800">
                        <a14:foregroundMark x1="13200" y1="53900" x2="13200" y2="53900"/>
                        <a14:foregroundMark x1="12400" y1="53000" x2="12400" y2="53000"/>
                        <a14:foregroundMark x1="10800" y1="50700" x2="10800" y2="50700"/>
                        <a14:foregroundMark x1="10100" y1="50000" x2="10100" y2="50000"/>
                        <a14:foregroundMark x1="9700" y1="49300" x2="12200" y2="52400"/>
                        <a14:foregroundMark x1="33500" y1="75900" x2="33500" y2="75900"/>
                        <a14:foregroundMark x1="33600" y1="74000" x2="34000" y2="77400"/>
                        <a14:foregroundMark x1="36639" y1="73900" x2="36700" y2="75900"/>
                        <a14:foregroundMark x1="36600" y1="72600" x2="36639" y2="73900"/>
                        <a14:foregroundMark x1="39500" y1="71000" x2="39600" y2="75100"/>
                        <a14:foregroundMark x1="29900" y1="73200" x2="29900" y2="73200"/>
                        <a14:foregroundMark x1="28400" y1="73100" x2="28400" y2="73100"/>
                        <a14:foregroundMark x1="27500" y1="72400" x2="27500" y2="72400"/>
                        <a14:foregroundMark x1="26300" y1="70400" x2="26300" y2="70400"/>
                        <a14:foregroundMark x1="25600" y1="69500" x2="25600" y2="69500"/>
                        <a14:foregroundMark x1="22400" y1="65900" x2="27700" y2="72500"/>
                        <a14:foregroundMark x1="90800" y1="41600" x2="90800" y2="41600"/>
                        <a14:foregroundMark x1="90300" y1="43500" x2="90300" y2="43500"/>
                        <a14:foregroundMark x1="17500" y1="59300" x2="17500" y2="59300"/>
                        <a14:foregroundMark x1="17800" y1="60500" x2="17800" y2="60500"/>
                        <a14:foregroundMark x1="18700" y1="61600" x2="18700" y2="61600"/>
                        <a14:foregroundMark x1="16800" y1="58500" x2="16800" y2="58500"/>
                        <a14:foregroundMark x1="16500" y1="58100" x2="16500" y2="58100"/>
                        <a14:foregroundMark x1="15500" y1="57700" x2="15500" y2="57700"/>
                        <a14:foregroundMark x1="15700" y1="57700" x2="19300" y2="62200"/>
                        <a14:backgroundMark x1="35100" y1="73900" x2="35100" y2="739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554" y="5601767"/>
            <a:ext cx="3138083" cy="313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152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9BB7-97ED-0BB0-C99A-0B098DFBF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Mosfet</a:t>
            </a:r>
            <a:r>
              <a:rPr lang="nl-NL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08321-D010-23BD-33F2-09486F40B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23" y="557286"/>
            <a:ext cx="10131425" cy="3649133"/>
          </a:xfrm>
        </p:spPr>
        <p:txBody>
          <a:bodyPr/>
          <a:lstStyle/>
          <a:p>
            <a:r>
              <a:rPr lang="nl-NL" dirty="0"/>
              <a:t>Schakelaar</a:t>
            </a:r>
          </a:p>
        </p:txBody>
      </p:sp>
      <p:pic>
        <p:nvPicPr>
          <p:cNvPr id="4" name="Picture 3" descr="A switch with a red light&#10;&#10;AI-generated content may be incorrect.">
            <a:extLst>
              <a:ext uri="{FF2B5EF4-FFF2-40B4-BE49-F238E27FC236}">
                <a16:creationId xmlns:a16="http://schemas.microsoft.com/office/drawing/2014/main" id="{1FCE8F1F-7774-5171-B64B-9A7E0558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5069" y="1659038"/>
            <a:ext cx="4226931" cy="4226931"/>
          </a:xfrm>
          <a:prstGeom prst="rect">
            <a:avLst/>
          </a:prstGeom>
        </p:spPr>
      </p:pic>
      <p:pic>
        <p:nvPicPr>
          <p:cNvPr id="8" name="Picture 7" descr="A close-up of a transistor&#10;&#10;AI-generated content may be incorrect.">
            <a:extLst>
              <a:ext uri="{FF2B5EF4-FFF2-40B4-BE49-F238E27FC236}">
                <a16:creationId xmlns:a16="http://schemas.microsoft.com/office/drawing/2014/main" id="{6991C6FC-B3C9-EC57-7F17-FB79B3AD6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5086" y="402167"/>
            <a:ext cx="4508500" cy="4508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32B345-2CAD-47AC-8C10-961FDF1B7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33" y="2825030"/>
            <a:ext cx="2559285" cy="30609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117FE23-3B2C-00D7-DC85-FD7F26AFD758}"/>
              </a:ext>
            </a:extLst>
          </p:cNvPr>
          <p:cNvSpPr txBox="1"/>
          <p:nvPr/>
        </p:nvSpPr>
        <p:spPr>
          <a:xfrm>
            <a:off x="3879615" y="5325070"/>
            <a:ext cx="533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Als beheerder wil ik dat de boerderij zichzelf stabiliseert door water te verplaatsen met pompen, zodat dit duurzaam en </a:t>
            </a:r>
            <a:r>
              <a:rPr lang="nl-NL" dirty="0" err="1"/>
              <a:t>efficient</a:t>
            </a:r>
            <a:r>
              <a:rPr lang="nl-NL" dirty="0"/>
              <a:t> gebeurd. </a:t>
            </a:r>
          </a:p>
        </p:txBody>
      </p:sp>
    </p:spTree>
    <p:extLst>
      <p:ext uri="{BB962C8B-B14F-4D97-AF65-F5344CB8AC3E}">
        <p14:creationId xmlns:p14="http://schemas.microsoft.com/office/powerpoint/2010/main" val="2881780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Hier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Het schaalmodel waterdicht maken + uitbreiden -&gt; Schaalmodel iteratie 2</a:t>
            </a:r>
          </a:p>
          <a:p>
            <a:pPr marL="0" indent="0">
              <a:buNone/>
            </a:pPr>
            <a:r>
              <a:rPr lang="nl-NL" dirty="0"/>
              <a:t>	- Andere materialen?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Algemene communicatie</a:t>
            </a:r>
          </a:p>
          <a:p>
            <a:r>
              <a:rPr lang="nl-NL" dirty="0"/>
              <a:t>Budget -&gt; keuze materialen zeer verminderd</a:t>
            </a:r>
            <a:br>
              <a:rPr lang="nl-NL" dirty="0"/>
            </a:b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iteratie 2</a:t>
            </a:r>
          </a:p>
          <a:p>
            <a:r>
              <a:rPr lang="nl-NL" dirty="0"/>
              <a:t>Eerste echte tests van complete design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180</TotalTime>
  <Words>149</Words>
  <Application>Microsoft Office PowerPoint</Application>
  <PresentationFormat>Widescreen</PresentationFormat>
  <Paragraphs>34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Celestial</vt:lpstr>
      <vt:lpstr>Review Sprint 3</vt:lpstr>
      <vt:lpstr>Recap</vt:lpstr>
      <vt:lpstr>Inhoud</vt:lpstr>
      <vt:lpstr>Afgelopen Sprint</vt:lpstr>
      <vt:lpstr>Ballasttanks</vt:lpstr>
      <vt:lpstr>Schakeling voor waterpompen</vt:lpstr>
      <vt:lpstr>Schakeling voor waterpompen</vt:lpstr>
      <vt:lpstr>Mosfet?</vt:lpstr>
      <vt:lpstr>Hier zijn we nog niet aan toegekomen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14</cp:revision>
  <dcterms:created xsi:type="dcterms:W3CDTF">2025-09-12T09:06:28Z</dcterms:created>
  <dcterms:modified xsi:type="dcterms:W3CDTF">2025-11-25T12:55:57Z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