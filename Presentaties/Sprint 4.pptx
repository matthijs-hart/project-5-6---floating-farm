
<file path=[Content_Types].xml><?xml version="1.0" encoding="utf-8"?>
<Types xmlns="http://schemas.openxmlformats.org/package/2006/content-types">
  <Default Extension="glb" ContentType="model/gltf.binary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85" r:id="rId4"/>
  </p:sldMasterIdLst>
  <p:sldIdLst>
    <p:sldId id="256" r:id="rId5"/>
    <p:sldId id="269" r:id="rId6"/>
    <p:sldId id="257" r:id="rId7"/>
    <p:sldId id="258" r:id="rId8"/>
    <p:sldId id="270" r:id="rId9"/>
    <p:sldId id="271" r:id="rId10"/>
    <p:sldId id="272" r:id="rId11"/>
    <p:sldId id="260" r:id="rId12"/>
    <p:sldId id="262" r:id="rId13"/>
    <p:sldId id="263" r:id="rId14"/>
    <p:sldId id="264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C3CF025-71C6-4A79-82F7-3365A43B7B07}" v="12" dt="2025-11-25T11:40:15.73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93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84" y="1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microsoft.com/office/2015/10/relationships/revisionInfo" Target="revisionInfo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x Visser (1110166)" userId="18ef0d71-56ab-4448-86a5-7ac2420fc301" providerId="ADAL" clId="{2C3CF025-71C6-4A79-82F7-3365A43B7B07}"/>
    <pc:docChg chg="custSel modSld">
      <pc:chgData name="Dax Visser (1110166)" userId="18ef0d71-56ab-4448-86a5-7ac2420fc301" providerId="ADAL" clId="{2C3CF025-71C6-4A79-82F7-3365A43B7B07}" dt="2025-11-25T11:40:28.514" v="27"/>
      <pc:docMkLst>
        <pc:docMk/>
      </pc:docMkLst>
      <pc:sldChg chg="addSp modSp mod modAnim">
        <pc:chgData name="Dax Visser (1110166)" userId="18ef0d71-56ab-4448-86a5-7ac2420fc301" providerId="ADAL" clId="{2C3CF025-71C6-4A79-82F7-3365A43B7B07}" dt="2025-11-25T11:40:28.514" v="27"/>
        <pc:sldMkLst>
          <pc:docMk/>
          <pc:sldMk cId="1698587137" sldId="270"/>
        </pc:sldMkLst>
        <pc:graphicFrameChg chg="add mod modGraphic">
          <ac:chgData name="Dax Visser (1110166)" userId="18ef0d71-56ab-4448-86a5-7ac2420fc301" providerId="ADAL" clId="{2C3CF025-71C6-4A79-82F7-3365A43B7B07}" dt="2025-11-25T11:40:28.514" v="27"/>
          <ac:graphicFrameMkLst>
            <pc:docMk/>
            <pc:sldMk cId="1698587137" sldId="270"/>
            <ac:graphicFrameMk id="4" creationId="{D3FD436B-84D2-562C-90F8-F3980E1E393D}"/>
          </ac:graphicFrameMkLst>
        </pc:graphicFrame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7DA44AA-7B44-4C6A-8E45-1D4360E100E0}" type="doc">
      <dgm:prSet loTypeId="urn:microsoft.com/office/officeart/2008/layout/LinedList" loCatId="list" qsTypeId="urn:microsoft.com/office/officeart/2005/8/quickstyle/simple4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F1041D84-036D-4C99-9F44-6591B12AF9AD}">
      <dgm:prSet/>
      <dgm:spPr/>
      <dgm:t>
        <a:bodyPr/>
        <a:lstStyle/>
        <a:p>
          <a:r>
            <a:rPr lang="nl-NL"/>
            <a:t>Afgelopen Sprint</a:t>
          </a:r>
          <a:endParaRPr lang="en-US"/>
        </a:p>
      </dgm:t>
    </dgm:pt>
    <dgm:pt modelId="{B322792F-B228-47DD-A19E-4417979C5367}" type="parTrans" cxnId="{44F21DE2-BDCE-46D0-88F6-F0561C284F17}">
      <dgm:prSet/>
      <dgm:spPr/>
      <dgm:t>
        <a:bodyPr/>
        <a:lstStyle/>
        <a:p>
          <a:endParaRPr lang="en-US"/>
        </a:p>
      </dgm:t>
    </dgm:pt>
    <dgm:pt modelId="{FE32F3CE-8862-453C-A83C-E6C4CC10271F}" type="sibTrans" cxnId="{44F21DE2-BDCE-46D0-88F6-F0561C284F17}">
      <dgm:prSet/>
      <dgm:spPr/>
      <dgm:t>
        <a:bodyPr/>
        <a:lstStyle/>
        <a:p>
          <a:endParaRPr lang="en-US"/>
        </a:p>
      </dgm:t>
    </dgm:pt>
    <dgm:pt modelId="{6395127E-9425-4E4D-A825-6DE9888D5708}">
      <dgm:prSet/>
      <dgm:spPr/>
      <dgm:t>
        <a:bodyPr/>
        <a:lstStyle/>
        <a:p>
          <a:r>
            <a:rPr lang="nl-NL"/>
            <a:t>Demo’s</a:t>
          </a:r>
          <a:endParaRPr lang="en-US"/>
        </a:p>
      </dgm:t>
    </dgm:pt>
    <dgm:pt modelId="{D37EE379-4C3E-4BE2-9DBB-37AD4EBEF7A3}" type="parTrans" cxnId="{8BAB5D6A-2E83-4D8D-B5FD-F2F903F4931C}">
      <dgm:prSet/>
      <dgm:spPr/>
      <dgm:t>
        <a:bodyPr/>
        <a:lstStyle/>
        <a:p>
          <a:endParaRPr lang="en-US"/>
        </a:p>
      </dgm:t>
    </dgm:pt>
    <dgm:pt modelId="{4B73D859-E836-4727-B5BB-6E4C2028B132}" type="sibTrans" cxnId="{8BAB5D6A-2E83-4D8D-B5FD-F2F903F4931C}">
      <dgm:prSet/>
      <dgm:spPr/>
      <dgm:t>
        <a:bodyPr/>
        <a:lstStyle/>
        <a:p>
          <a:endParaRPr lang="en-US"/>
        </a:p>
      </dgm:t>
    </dgm:pt>
    <dgm:pt modelId="{4EB9CECA-F548-41EA-8D74-27BCA268BEC8}">
      <dgm:prSet/>
      <dgm:spPr/>
      <dgm:t>
        <a:bodyPr/>
        <a:lstStyle/>
        <a:p>
          <a:r>
            <a:rPr lang="nl-NL"/>
            <a:t>Voortgang user stories</a:t>
          </a:r>
          <a:endParaRPr lang="en-US"/>
        </a:p>
      </dgm:t>
    </dgm:pt>
    <dgm:pt modelId="{263AE03A-BA95-45DB-8675-A7B4F7E0DE4E}" type="parTrans" cxnId="{F5BE37AC-5E91-431D-BCA7-6F16C0D3D7F7}">
      <dgm:prSet/>
      <dgm:spPr/>
      <dgm:t>
        <a:bodyPr/>
        <a:lstStyle/>
        <a:p>
          <a:endParaRPr lang="en-US"/>
        </a:p>
      </dgm:t>
    </dgm:pt>
    <dgm:pt modelId="{7544B1B7-6704-4DD7-BD3A-D91E59E728E3}" type="sibTrans" cxnId="{F5BE37AC-5E91-431D-BCA7-6F16C0D3D7F7}">
      <dgm:prSet/>
      <dgm:spPr/>
      <dgm:t>
        <a:bodyPr/>
        <a:lstStyle/>
        <a:p>
          <a:endParaRPr lang="en-US"/>
        </a:p>
      </dgm:t>
    </dgm:pt>
    <dgm:pt modelId="{B06F7A36-16A3-4FB7-A6F2-5EE5F845E2A0}">
      <dgm:prSet/>
      <dgm:spPr/>
      <dgm:t>
        <a:bodyPr/>
        <a:lstStyle/>
        <a:p>
          <a:r>
            <a:rPr lang="nl-NL"/>
            <a:t>Retrospective</a:t>
          </a:r>
          <a:endParaRPr lang="en-US"/>
        </a:p>
      </dgm:t>
    </dgm:pt>
    <dgm:pt modelId="{460049E4-946F-4E75-B49F-8568321AA4FE}" type="parTrans" cxnId="{67B933A1-0AE5-4C4D-A0B5-EBE0A80A2588}">
      <dgm:prSet/>
      <dgm:spPr/>
      <dgm:t>
        <a:bodyPr/>
        <a:lstStyle/>
        <a:p>
          <a:endParaRPr lang="en-US"/>
        </a:p>
      </dgm:t>
    </dgm:pt>
    <dgm:pt modelId="{E8B0655A-53FC-4E6E-82E3-745952A7FFA9}" type="sibTrans" cxnId="{67B933A1-0AE5-4C4D-A0B5-EBE0A80A2588}">
      <dgm:prSet/>
      <dgm:spPr/>
      <dgm:t>
        <a:bodyPr/>
        <a:lstStyle/>
        <a:p>
          <a:endParaRPr lang="en-US"/>
        </a:p>
      </dgm:t>
    </dgm:pt>
    <dgm:pt modelId="{774E9802-F0ED-4251-ACFD-96C2E4BE2B81}">
      <dgm:prSet/>
      <dgm:spPr/>
      <dgm:t>
        <a:bodyPr/>
        <a:lstStyle/>
        <a:p>
          <a:r>
            <a:rPr lang="nl-NL"/>
            <a:t>Volgende Sprint</a:t>
          </a:r>
          <a:endParaRPr lang="en-US"/>
        </a:p>
      </dgm:t>
    </dgm:pt>
    <dgm:pt modelId="{9FA6954E-0BBC-405F-89CC-A8CDC366307F}" type="parTrans" cxnId="{2A85D742-EF0E-40C9-9790-CE7A8BE3AD25}">
      <dgm:prSet/>
      <dgm:spPr/>
      <dgm:t>
        <a:bodyPr/>
        <a:lstStyle/>
        <a:p>
          <a:endParaRPr lang="en-US"/>
        </a:p>
      </dgm:t>
    </dgm:pt>
    <dgm:pt modelId="{FBBB005E-76D7-4295-A905-DD5C8267DDE3}" type="sibTrans" cxnId="{2A85D742-EF0E-40C9-9790-CE7A8BE3AD25}">
      <dgm:prSet/>
      <dgm:spPr/>
      <dgm:t>
        <a:bodyPr/>
        <a:lstStyle/>
        <a:p>
          <a:endParaRPr lang="en-US"/>
        </a:p>
      </dgm:t>
    </dgm:pt>
    <dgm:pt modelId="{3864E01A-4732-458C-A7E4-C8D804A0389B}" type="pres">
      <dgm:prSet presAssocID="{67DA44AA-7B44-4C6A-8E45-1D4360E100E0}" presName="vert0" presStyleCnt="0">
        <dgm:presLayoutVars>
          <dgm:dir/>
          <dgm:animOne val="branch"/>
          <dgm:animLvl val="lvl"/>
        </dgm:presLayoutVars>
      </dgm:prSet>
      <dgm:spPr/>
    </dgm:pt>
    <dgm:pt modelId="{49B59DA5-7B4B-42CE-8046-C2F335250FCC}" type="pres">
      <dgm:prSet presAssocID="{F1041D84-036D-4C99-9F44-6591B12AF9AD}" presName="thickLine" presStyleLbl="alignNode1" presStyleIdx="0" presStyleCnt="5"/>
      <dgm:spPr/>
    </dgm:pt>
    <dgm:pt modelId="{AC131272-9CCE-4D83-8594-92EF6523BC42}" type="pres">
      <dgm:prSet presAssocID="{F1041D84-036D-4C99-9F44-6591B12AF9AD}" presName="horz1" presStyleCnt="0"/>
      <dgm:spPr/>
    </dgm:pt>
    <dgm:pt modelId="{40848A1C-09E6-45A3-B202-2941E4141F6A}" type="pres">
      <dgm:prSet presAssocID="{F1041D84-036D-4C99-9F44-6591B12AF9AD}" presName="tx1" presStyleLbl="revTx" presStyleIdx="0" presStyleCnt="5"/>
      <dgm:spPr/>
    </dgm:pt>
    <dgm:pt modelId="{B86EF985-4AFB-4011-A22D-AA7E0435CDCC}" type="pres">
      <dgm:prSet presAssocID="{F1041D84-036D-4C99-9F44-6591B12AF9AD}" presName="vert1" presStyleCnt="0"/>
      <dgm:spPr/>
    </dgm:pt>
    <dgm:pt modelId="{AFAE369B-725F-4660-958B-1185EC50D468}" type="pres">
      <dgm:prSet presAssocID="{6395127E-9425-4E4D-A825-6DE9888D5708}" presName="thickLine" presStyleLbl="alignNode1" presStyleIdx="1" presStyleCnt="5"/>
      <dgm:spPr/>
    </dgm:pt>
    <dgm:pt modelId="{2D574E48-CF93-48E5-854A-CD970C54B46B}" type="pres">
      <dgm:prSet presAssocID="{6395127E-9425-4E4D-A825-6DE9888D5708}" presName="horz1" presStyleCnt="0"/>
      <dgm:spPr/>
    </dgm:pt>
    <dgm:pt modelId="{9083DD31-3468-419C-9D06-BFAA4284E75C}" type="pres">
      <dgm:prSet presAssocID="{6395127E-9425-4E4D-A825-6DE9888D5708}" presName="tx1" presStyleLbl="revTx" presStyleIdx="1" presStyleCnt="5"/>
      <dgm:spPr/>
    </dgm:pt>
    <dgm:pt modelId="{531F0789-D21E-427C-9B97-D38D20C6D3E3}" type="pres">
      <dgm:prSet presAssocID="{6395127E-9425-4E4D-A825-6DE9888D5708}" presName="vert1" presStyleCnt="0"/>
      <dgm:spPr/>
    </dgm:pt>
    <dgm:pt modelId="{CB7E08E1-7F1A-42DF-9E7C-67B68821F510}" type="pres">
      <dgm:prSet presAssocID="{4EB9CECA-F548-41EA-8D74-27BCA268BEC8}" presName="thickLine" presStyleLbl="alignNode1" presStyleIdx="2" presStyleCnt="5"/>
      <dgm:spPr/>
    </dgm:pt>
    <dgm:pt modelId="{D7DED5B1-C9FB-4F12-AC8D-6573E0522D23}" type="pres">
      <dgm:prSet presAssocID="{4EB9CECA-F548-41EA-8D74-27BCA268BEC8}" presName="horz1" presStyleCnt="0"/>
      <dgm:spPr/>
    </dgm:pt>
    <dgm:pt modelId="{BB4110CE-082E-4CF5-A870-379EADDF9829}" type="pres">
      <dgm:prSet presAssocID="{4EB9CECA-F548-41EA-8D74-27BCA268BEC8}" presName="tx1" presStyleLbl="revTx" presStyleIdx="2" presStyleCnt="5"/>
      <dgm:spPr/>
    </dgm:pt>
    <dgm:pt modelId="{6218ED1B-36BC-4AD8-A79A-8EDBF3181C6D}" type="pres">
      <dgm:prSet presAssocID="{4EB9CECA-F548-41EA-8D74-27BCA268BEC8}" presName="vert1" presStyleCnt="0"/>
      <dgm:spPr/>
    </dgm:pt>
    <dgm:pt modelId="{C35132EF-1B63-49A9-B24F-8D83F6AC78E8}" type="pres">
      <dgm:prSet presAssocID="{B06F7A36-16A3-4FB7-A6F2-5EE5F845E2A0}" presName="thickLine" presStyleLbl="alignNode1" presStyleIdx="3" presStyleCnt="5"/>
      <dgm:spPr/>
    </dgm:pt>
    <dgm:pt modelId="{6F4B6D39-E6D9-4B1B-BCA0-3F469DF9A6B1}" type="pres">
      <dgm:prSet presAssocID="{B06F7A36-16A3-4FB7-A6F2-5EE5F845E2A0}" presName="horz1" presStyleCnt="0"/>
      <dgm:spPr/>
    </dgm:pt>
    <dgm:pt modelId="{DFF207D5-F365-444F-9CC7-E6C594A14B1B}" type="pres">
      <dgm:prSet presAssocID="{B06F7A36-16A3-4FB7-A6F2-5EE5F845E2A0}" presName="tx1" presStyleLbl="revTx" presStyleIdx="3" presStyleCnt="5"/>
      <dgm:spPr/>
    </dgm:pt>
    <dgm:pt modelId="{565CA483-617D-4ED4-8260-249D8684425F}" type="pres">
      <dgm:prSet presAssocID="{B06F7A36-16A3-4FB7-A6F2-5EE5F845E2A0}" presName="vert1" presStyleCnt="0"/>
      <dgm:spPr/>
    </dgm:pt>
    <dgm:pt modelId="{0D5CEFA3-BEB2-479F-997C-27FBFB20ADC6}" type="pres">
      <dgm:prSet presAssocID="{774E9802-F0ED-4251-ACFD-96C2E4BE2B81}" presName="thickLine" presStyleLbl="alignNode1" presStyleIdx="4" presStyleCnt="5"/>
      <dgm:spPr/>
    </dgm:pt>
    <dgm:pt modelId="{96BBC346-FA44-4ACD-8AD0-CD5D28783017}" type="pres">
      <dgm:prSet presAssocID="{774E9802-F0ED-4251-ACFD-96C2E4BE2B81}" presName="horz1" presStyleCnt="0"/>
      <dgm:spPr/>
    </dgm:pt>
    <dgm:pt modelId="{C78AF888-B2B8-4AA9-B27F-70EFB4BEE8CF}" type="pres">
      <dgm:prSet presAssocID="{774E9802-F0ED-4251-ACFD-96C2E4BE2B81}" presName="tx1" presStyleLbl="revTx" presStyleIdx="4" presStyleCnt="5"/>
      <dgm:spPr/>
    </dgm:pt>
    <dgm:pt modelId="{8C4BC65B-974C-448E-8D90-9BA7AD5DC01E}" type="pres">
      <dgm:prSet presAssocID="{774E9802-F0ED-4251-ACFD-96C2E4BE2B81}" presName="vert1" presStyleCnt="0"/>
      <dgm:spPr/>
    </dgm:pt>
  </dgm:ptLst>
  <dgm:cxnLst>
    <dgm:cxn modelId="{16F3DE1B-2CC7-4E91-BF46-7B0285B3D6C9}" type="presOf" srcId="{67DA44AA-7B44-4C6A-8E45-1D4360E100E0}" destId="{3864E01A-4732-458C-A7E4-C8D804A0389B}" srcOrd="0" destOrd="0" presId="urn:microsoft.com/office/officeart/2008/layout/LinedList"/>
    <dgm:cxn modelId="{83CC2227-1390-4EB6-86B4-2526AA2D24D9}" type="presOf" srcId="{774E9802-F0ED-4251-ACFD-96C2E4BE2B81}" destId="{C78AF888-B2B8-4AA9-B27F-70EFB4BEE8CF}" srcOrd="0" destOrd="0" presId="urn:microsoft.com/office/officeart/2008/layout/LinedList"/>
    <dgm:cxn modelId="{2A85D742-EF0E-40C9-9790-CE7A8BE3AD25}" srcId="{67DA44AA-7B44-4C6A-8E45-1D4360E100E0}" destId="{774E9802-F0ED-4251-ACFD-96C2E4BE2B81}" srcOrd="4" destOrd="0" parTransId="{9FA6954E-0BBC-405F-89CC-A8CDC366307F}" sibTransId="{FBBB005E-76D7-4295-A905-DD5C8267DDE3}"/>
    <dgm:cxn modelId="{9FA5F663-1089-49DF-90DE-EFEC76EACA99}" type="presOf" srcId="{F1041D84-036D-4C99-9F44-6591B12AF9AD}" destId="{40848A1C-09E6-45A3-B202-2941E4141F6A}" srcOrd="0" destOrd="0" presId="urn:microsoft.com/office/officeart/2008/layout/LinedList"/>
    <dgm:cxn modelId="{7489E248-1A07-4FAD-88FA-5E066E50E256}" type="presOf" srcId="{6395127E-9425-4E4D-A825-6DE9888D5708}" destId="{9083DD31-3468-419C-9D06-BFAA4284E75C}" srcOrd="0" destOrd="0" presId="urn:microsoft.com/office/officeart/2008/layout/LinedList"/>
    <dgm:cxn modelId="{8BAB5D6A-2E83-4D8D-B5FD-F2F903F4931C}" srcId="{67DA44AA-7B44-4C6A-8E45-1D4360E100E0}" destId="{6395127E-9425-4E4D-A825-6DE9888D5708}" srcOrd="1" destOrd="0" parTransId="{D37EE379-4C3E-4BE2-9DBB-37AD4EBEF7A3}" sibTransId="{4B73D859-E836-4727-B5BB-6E4C2028B132}"/>
    <dgm:cxn modelId="{67B933A1-0AE5-4C4D-A0B5-EBE0A80A2588}" srcId="{67DA44AA-7B44-4C6A-8E45-1D4360E100E0}" destId="{B06F7A36-16A3-4FB7-A6F2-5EE5F845E2A0}" srcOrd="3" destOrd="0" parTransId="{460049E4-946F-4E75-B49F-8568321AA4FE}" sibTransId="{E8B0655A-53FC-4E6E-82E3-745952A7FFA9}"/>
    <dgm:cxn modelId="{F5BE37AC-5E91-431D-BCA7-6F16C0D3D7F7}" srcId="{67DA44AA-7B44-4C6A-8E45-1D4360E100E0}" destId="{4EB9CECA-F548-41EA-8D74-27BCA268BEC8}" srcOrd="2" destOrd="0" parTransId="{263AE03A-BA95-45DB-8675-A7B4F7E0DE4E}" sibTransId="{7544B1B7-6704-4DD7-BD3A-D91E59E728E3}"/>
    <dgm:cxn modelId="{8804CFC0-CFF2-4B99-A5DF-26FDF7D3423C}" type="presOf" srcId="{4EB9CECA-F548-41EA-8D74-27BCA268BEC8}" destId="{BB4110CE-082E-4CF5-A870-379EADDF9829}" srcOrd="0" destOrd="0" presId="urn:microsoft.com/office/officeart/2008/layout/LinedList"/>
    <dgm:cxn modelId="{44F21DE2-BDCE-46D0-88F6-F0561C284F17}" srcId="{67DA44AA-7B44-4C6A-8E45-1D4360E100E0}" destId="{F1041D84-036D-4C99-9F44-6591B12AF9AD}" srcOrd="0" destOrd="0" parTransId="{B322792F-B228-47DD-A19E-4417979C5367}" sibTransId="{FE32F3CE-8862-453C-A83C-E6C4CC10271F}"/>
    <dgm:cxn modelId="{07141FF8-9303-41E4-B4B1-3886EB6533CA}" type="presOf" srcId="{B06F7A36-16A3-4FB7-A6F2-5EE5F845E2A0}" destId="{DFF207D5-F365-444F-9CC7-E6C594A14B1B}" srcOrd="0" destOrd="0" presId="urn:microsoft.com/office/officeart/2008/layout/LinedList"/>
    <dgm:cxn modelId="{7106D1B3-51EF-4C5C-B649-3AFD1F84CBB6}" type="presParOf" srcId="{3864E01A-4732-458C-A7E4-C8D804A0389B}" destId="{49B59DA5-7B4B-42CE-8046-C2F335250FCC}" srcOrd="0" destOrd="0" presId="urn:microsoft.com/office/officeart/2008/layout/LinedList"/>
    <dgm:cxn modelId="{8416D9F0-B519-4DDB-83BC-06A185489F2B}" type="presParOf" srcId="{3864E01A-4732-458C-A7E4-C8D804A0389B}" destId="{AC131272-9CCE-4D83-8594-92EF6523BC42}" srcOrd="1" destOrd="0" presId="urn:microsoft.com/office/officeart/2008/layout/LinedList"/>
    <dgm:cxn modelId="{C5447DE1-7BA9-4B9D-9FCD-F0A500C2CE76}" type="presParOf" srcId="{AC131272-9CCE-4D83-8594-92EF6523BC42}" destId="{40848A1C-09E6-45A3-B202-2941E4141F6A}" srcOrd="0" destOrd="0" presId="urn:microsoft.com/office/officeart/2008/layout/LinedList"/>
    <dgm:cxn modelId="{7F4EA35D-0073-4384-8A48-8C07A473FF31}" type="presParOf" srcId="{AC131272-9CCE-4D83-8594-92EF6523BC42}" destId="{B86EF985-4AFB-4011-A22D-AA7E0435CDCC}" srcOrd="1" destOrd="0" presId="urn:microsoft.com/office/officeart/2008/layout/LinedList"/>
    <dgm:cxn modelId="{92624721-5B7E-4629-B08E-959202D2503E}" type="presParOf" srcId="{3864E01A-4732-458C-A7E4-C8D804A0389B}" destId="{AFAE369B-725F-4660-958B-1185EC50D468}" srcOrd="2" destOrd="0" presId="urn:microsoft.com/office/officeart/2008/layout/LinedList"/>
    <dgm:cxn modelId="{7EEDB6EE-C78C-4ADF-B112-D693E4C0750E}" type="presParOf" srcId="{3864E01A-4732-458C-A7E4-C8D804A0389B}" destId="{2D574E48-CF93-48E5-854A-CD970C54B46B}" srcOrd="3" destOrd="0" presId="urn:microsoft.com/office/officeart/2008/layout/LinedList"/>
    <dgm:cxn modelId="{429CA191-44CF-42B1-B64E-38B99E905818}" type="presParOf" srcId="{2D574E48-CF93-48E5-854A-CD970C54B46B}" destId="{9083DD31-3468-419C-9D06-BFAA4284E75C}" srcOrd="0" destOrd="0" presId="urn:microsoft.com/office/officeart/2008/layout/LinedList"/>
    <dgm:cxn modelId="{3E3B636E-D1C5-4AD4-8443-4EE473CC129E}" type="presParOf" srcId="{2D574E48-CF93-48E5-854A-CD970C54B46B}" destId="{531F0789-D21E-427C-9B97-D38D20C6D3E3}" srcOrd="1" destOrd="0" presId="urn:microsoft.com/office/officeart/2008/layout/LinedList"/>
    <dgm:cxn modelId="{C88A147B-E483-4089-B599-506A69C996C4}" type="presParOf" srcId="{3864E01A-4732-458C-A7E4-C8D804A0389B}" destId="{CB7E08E1-7F1A-42DF-9E7C-67B68821F510}" srcOrd="4" destOrd="0" presId="urn:microsoft.com/office/officeart/2008/layout/LinedList"/>
    <dgm:cxn modelId="{5FA7ECB8-69FE-4D87-B4E5-7B654C99B66D}" type="presParOf" srcId="{3864E01A-4732-458C-A7E4-C8D804A0389B}" destId="{D7DED5B1-C9FB-4F12-AC8D-6573E0522D23}" srcOrd="5" destOrd="0" presId="urn:microsoft.com/office/officeart/2008/layout/LinedList"/>
    <dgm:cxn modelId="{5AB6E121-9BCB-415C-AB98-1113D5F0F0FF}" type="presParOf" srcId="{D7DED5B1-C9FB-4F12-AC8D-6573E0522D23}" destId="{BB4110CE-082E-4CF5-A870-379EADDF9829}" srcOrd="0" destOrd="0" presId="urn:microsoft.com/office/officeart/2008/layout/LinedList"/>
    <dgm:cxn modelId="{D109887D-78D0-4687-ABDD-5926B0A3EB42}" type="presParOf" srcId="{D7DED5B1-C9FB-4F12-AC8D-6573E0522D23}" destId="{6218ED1B-36BC-4AD8-A79A-8EDBF3181C6D}" srcOrd="1" destOrd="0" presId="urn:microsoft.com/office/officeart/2008/layout/LinedList"/>
    <dgm:cxn modelId="{5BE1F15C-C3B8-48B1-8B29-44F7372E5ED4}" type="presParOf" srcId="{3864E01A-4732-458C-A7E4-C8D804A0389B}" destId="{C35132EF-1B63-49A9-B24F-8D83F6AC78E8}" srcOrd="6" destOrd="0" presId="urn:microsoft.com/office/officeart/2008/layout/LinedList"/>
    <dgm:cxn modelId="{21E515BD-F8E8-43FD-949F-17CE09CF3B0B}" type="presParOf" srcId="{3864E01A-4732-458C-A7E4-C8D804A0389B}" destId="{6F4B6D39-E6D9-4B1B-BCA0-3F469DF9A6B1}" srcOrd="7" destOrd="0" presId="urn:microsoft.com/office/officeart/2008/layout/LinedList"/>
    <dgm:cxn modelId="{3A25FA8F-1EBA-47E4-85DB-0A64BAD9AE03}" type="presParOf" srcId="{6F4B6D39-E6D9-4B1B-BCA0-3F469DF9A6B1}" destId="{DFF207D5-F365-444F-9CC7-E6C594A14B1B}" srcOrd="0" destOrd="0" presId="urn:microsoft.com/office/officeart/2008/layout/LinedList"/>
    <dgm:cxn modelId="{91D62EFA-74D5-4A5A-AA2E-C079BE1805B2}" type="presParOf" srcId="{6F4B6D39-E6D9-4B1B-BCA0-3F469DF9A6B1}" destId="{565CA483-617D-4ED4-8260-249D8684425F}" srcOrd="1" destOrd="0" presId="urn:microsoft.com/office/officeart/2008/layout/LinedList"/>
    <dgm:cxn modelId="{54688775-C2CE-476D-8B84-E672752AF200}" type="presParOf" srcId="{3864E01A-4732-458C-A7E4-C8D804A0389B}" destId="{0D5CEFA3-BEB2-479F-997C-27FBFB20ADC6}" srcOrd="8" destOrd="0" presId="urn:microsoft.com/office/officeart/2008/layout/LinedList"/>
    <dgm:cxn modelId="{004B3174-7274-4125-8203-26D2187533CE}" type="presParOf" srcId="{3864E01A-4732-458C-A7E4-C8D804A0389B}" destId="{96BBC346-FA44-4ACD-8AD0-CD5D28783017}" srcOrd="9" destOrd="0" presId="urn:microsoft.com/office/officeart/2008/layout/LinedList"/>
    <dgm:cxn modelId="{10092362-FB66-477A-B6DD-4CAC79482F24}" type="presParOf" srcId="{96BBC346-FA44-4ACD-8AD0-CD5D28783017}" destId="{C78AF888-B2B8-4AA9-B27F-70EFB4BEE8CF}" srcOrd="0" destOrd="0" presId="urn:microsoft.com/office/officeart/2008/layout/LinedList"/>
    <dgm:cxn modelId="{B5FFD282-F5C7-4654-96B6-83CF7671A967}" type="presParOf" srcId="{96BBC346-FA44-4ACD-8AD0-CD5D28783017}" destId="{8C4BC65B-974C-448E-8D90-9BA7AD5DC01E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9B59DA5-7B4B-42CE-8046-C2F335250FCC}">
      <dsp:nvSpPr>
        <dsp:cNvPr id="0" name=""/>
        <dsp:cNvSpPr/>
      </dsp:nvSpPr>
      <dsp:spPr>
        <a:xfrm>
          <a:off x="0" y="562"/>
          <a:ext cx="6046132" cy="0"/>
        </a:xfrm>
        <a:prstGeom prst="line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8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88000"/>
                <a:lumMod val="88000"/>
              </a:schemeClr>
            </a:gs>
          </a:gsLst>
          <a:lin ang="5400000" scaled="1"/>
        </a:gradFill>
        <a:ln w="9525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381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40848A1C-09E6-45A3-B202-2941E4141F6A}">
      <dsp:nvSpPr>
        <dsp:cNvPr id="0" name=""/>
        <dsp:cNvSpPr/>
      </dsp:nvSpPr>
      <dsp:spPr>
        <a:xfrm>
          <a:off x="0" y="562"/>
          <a:ext cx="6046132" cy="9209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0020" tIns="160020" rIns="160020" bIns="160020" numCol="1" spcCol="1270" anchor="t" anchorCtr="0">
          <a:noAutofit/>
        </a:bodyPr>
        <a:lstStyle/>
        <a:p>
          <a:pPr marL="0" lvl="0" indent="0" algn="l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4200" kern="1200"/>
            <a:t>Afgelopen Sprint</a:t>
          </a:r>
          <a:endParaRPr lang="en-US" sz="4200" kern="1200"/>
        </a:p>
      </dsp:txBody>
      <dsp:txXfrm>
        <a:off x="0" y="562"/>
        <a:ext cx="6046132" cy="920948"/>
      </dsp:txXfrm>
    </dsp:sp>
    <dsp:sp modelId="{AFAE369B-725F-4660-958B-1185EC50D468}">
      <dsp:nvSpPr>
        <dsp:cNvPr id="0" name=""/>
        <dsp:cNvSpPr/>
      </dsp:nvSpPr>
      <dsp:spPr>
        <a:xfrm>
          <a:off x="0" y="921510"/>
          <a:ext cx="6046132" cy="0"/>
        </a:xfrm>
        <a:prstGeom prst="line">
          <a:avLst/>
        </a:prstGeom>
        <a:gradFill rotWithShape="0">
          <a:gsLst>
            <a:gs pos="0">
              <a:schemeClr val="accent2">
                <a:hueOff val="-777537"/>
                <a:satOff val="-4113"/>
                <a:lumOff val="-1568"/>
                <a:alphaOff val="0"/>
                <a:tint val="98000"/>
                <a:lumMod val="100000"/>
              </a:schemeClr>
            </a:gs>
            <a:gs pos="100000">
              <a:schemeClr val="accent2">
                <a:hueOff val="-777537"/>
                <a:satOff val="-4113"/>
                <a:lumOff val="-1568"/>
                <a:alphaOff val="0"/>
                <a:shade val="88000"/>
                <a:lumMod val="88000"/>
              </a:schemeClr>
            </a:gs>
          </a:gsLst>
          <a:lin ang="5400000" scaled="1"/>
        </a:gradFill>
        <a:ln w="9525" cap="rnd" cmpd="sng" algn="ctr">
          <a:solidFill>
            <a:schemeClr val="accent2">
              <a:hueOff val="-777537"/>
              <a:satOff val="-4113"/>
              <a:lumOff val="-1568"/>
              <a:alphaOff val="0"/>
            </a:schemeClr>
          </a:solidFill>
          <a:prstDash val="solid"/>
        </a:ln>
        <a:effectLst>
          <a:outerShdw blurRad="50800" dist="381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9083DD31-3468-419C-9D06-BFAA4284E75C}">
      <dsp:nvSpPr>
        <dsp:cNvPr id="0" name=""/>
        <dsp:cNvSpPr/>
      </dsp:nvSpPr>
      <dsp:spPr>
        <a:xfrm>
          <a:off x="0" y="921510"/>
          <a:ext cx="6046132" cy="9209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0020" tIns="160020" rIns="160020" bIns="160020" numCol="1" spcCol="1270" anchor="t" anchorCtr="0">
          <a:noAutofit/>
        </a:bodyPr>
        <a:lstStyle/>
        <a:p>
          <a:pPr marL="0" lvl="0" indent="0" algn="l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4200" kern="1200"/>
            <a:t>Demo’s</a:t>
          </a:r>
          <a:endParaRPr lang="en-US" sz="4200" kern="1200"/>
        </a:p>
      </dsp:txBody>
      <dsp:txXfrm>
        <a:off x="0" y="921510"/>
        <a:ext cx="6046132" cy="920948"/>
      </dsp:txXfrm>
    </dsp:sp>
    <dsp:sp modelId="{CB7E08E1-7F1A-42DF-9E7C-67B68821F510}">
      <dsp:nvSpPr>
        <dsp:cNvPr id="0" name=""/>
        <dsp:cNvSpPr/>
      </dsp:nvSpPr>
      <dsp:spPr>
        <a:xfrm>
          <a:off x="0" y="1842458"/>
          <a:ext cx="6046132" cy="0"/>
        </a:xfrm>
        <a:prstGeom prst="line">
          <a:avLst/>
        </a:prstGeom>
        <a:gradFill rotWithShape="0">
          <a:gsLst>
            <a:gs pos="0">
              <a:schemeClr val="accent2">
                <a:hueOff val="-1555074"/>
                <a:satOff val="-8227"/>
                <a:lumOff val="-3137"/>
                <a:alphaOff val="0"/>
                <a:tint val="98000"/>
                <a:lumMod val="100000"/>
              </a:schemeClr>
            </a:gs>
            <a:gs pos="100000">
              <a:schemeClr val="accent2">
                <a:hueOff val="-1555074"/>
                <a:satOff val="-8227"/>
                <a:lumOff val="-3137"/>
                <a:alphaOff val="0"/>
                <a:shade val="88000"/>
                <a:lumMod val="88000"/>
              </a:schemeClr>
            </a:gs>
          </a:gsLst>
          <a:lin ang="5400000" scaled="1"/>
        </a:gradFill>
        <a:ln w="9525" cap="rnd" cmpd="sng" algn="ctr">
          <a:solidFill>
            <a:schemeClr val="accent2">
              <a:hueOff val="-1555074"/>
              <a:satOff val="-8227"/>
              <a:lumOff val="-3137"/>
              <a:alphaOff val="0"/>
            </a:schemeClr>
          </a:solidFill>
          <a:prstDash val="solid"/>
        </a:ln>
        <a:effectLst>
          <a:outerShdw blurRad="50800" dist="381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BB4110CE-082E-4CF5-A870-379EADDF9829}">
      <dsp:nvSpPr>
        <dsp:cNvPr id="0" name=""/>
        <dsp:cNvSpPr/>
      </dsp:nvSpPr>
      <dsp:spPr>
        <a:xfrm>
          <a:off x="0" y="1842458"/>
          <a:ext cx="6046132" cy="9209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0020" tIns="160020" rIns="160020" bIns="160020" numCol="1" spcCol="1270" anchor="t" anchorCtr="0">
          <a:noAutofit/>
        </a:bodyPr>
        <a:lstStyle/>
        <a:p>
          <a:pPr marL="0" lvl="0" indent="0" algn="l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4200" kern="1200"/>
            <a:t>Voortgang user stories</a:t>
          </a:r>
          <a:endParaRPr lang="en-US" sz="4200" kern="1200"/>
        </a:p>
      </dsp:txBody>
      <dsp:txXfrm>
        <a:off x="0" y="1842458"/>
        <a:ext cx="6046132" cy="920948"/>
      </dsp:txXfrm>
    </dsp:sp>
    <dsp:sp modelId="{C35132EF-1B63-49A9-B24F-8D83F6AC78E8}">
      <dsp:nvSpPr>
        <dsp:cNvPr id="0" name=""/>
        <dsp:cNvSpPr/>
      </dsp:nvSpPr>
      <dsp:spPr>
        <a:xfrm>
          <a:off x="0" y="2763407"/>
          <a:ext cx="6046132" cy="0"/>
        </a:xfrm>
        <a:prstGeom prst="line">
          <a:avLst/>
        </a:prstGeom>
        <a:gradFill rotWithShape="0">
          <a:gsLst>
            <a:gs pos="0">
              <a:schemeClr val="accent2">
                <a:hueOff val="-2332611"/>
                <a:satOff val="-12340"/>
                <a:lumOff val="-4705"/>
                <a:alphaOff val="0"/>
                <a:tint val="98000"/>
                <a:lumMod val="100000"/>
              </a:schemeClr>
            </a:gs>
            <a:gs pos="100000">
              <a:schemeClr val="accent2">
                <a:hueOff val="-2332611"/>
                <a:satOff val="-12340"/>
                <a:lumOff val="-4705"/>
                <a:alphaOff val="0"/>
                <a:shade val="88000"/>
                <a:lumMod val="88000"/>
              </a:schemeClr>
            </a:gs>
          </a:gsLst>
          <a:lin ang="5400000" scaled="1"/>
        </a:gradFill>
        <a:ln w="9525" cap="rnd" cmpd="sng" algn="ctr">
          <a:solidFill>
            <a:schemeClr val="accent2">
              <a:hueOff val="-2332611"/>
              <a:satOff val="-12340"/>
              <a:lumOff val="-4705"/>
              <a:alphaOff val="0"/>
            </a:schemeClr>
          </a:solidFill>
          <a:prstDash val="solid"/>
        </a:ln>
        <a:effectLst>
          <a:outerShdw blurRad="50800" dist="381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DFF207D5-F365-444F-9CC7-E6C594A14B1B}">
      <dsp:nvSpPr>
        <dsp:cNvPr id="0" name=""/>
        <dsp:cNvSpPr/>
      </dsp:nvSpPr>
      <dsp:spPr>
        <a:xfrm>
          <a:off x="0" y="2763407"/>
          <a:ext cx="6046132" cy="9209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0020" tIns="160020" rIns="160020" bIns="160020" numCol="1" spcCol="1270" anchor="t" anchorCtr="0">
          <a:noAutofit/>
        </a:bodyPr>
        <a:lstStyle/>
        <a:p>
          <a:pPr marL="0" lvl="0" indent="0" algn="l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4200" kern="1200"/>
            <a:t>Retrospective</a:t>
          </a:r>
          <a:endParaRPr lang="en-US" sz="4200" kern="1200"/>
        </a:p>
      </dsp:txBody>
      <dsp:txXfrm>
        <a:off x="0" y="2763407"/>
        <a:ext cx="6046132" cy="920948"/>
      </dsp:txXfrm>
    </dsp:sp>
    <dsp:sp modelId="{0D5CEFA3-BEB2-479F-997C-27FBFB20ADC6}">
      <dsp:nvSpPr>
        <dsp:cNvPr id="0" name=""/>
        <dsp:cNvSpPr/>
      </dsp:nvSpPr>
      <dsp:spPr>
        <a:xfrm>
          <a:off x="0" y="3684355"/>
          <a:ext cx="6046132" cy="0"/>
        </a:xfrm>
        <a:prstGeom prst="line">
          <a:avLst/>
        </a:prstGeom>
        <a:gradFill rotWithShape="0">
          <a:gsLst>
            <a:gs pos="0">
              <a:schemeClr val="accent2">
                <a:hueOff val="-3110148"/>
                <a:satOff val="-16453"/>
                <a:lumOff val="-6274"/>
                <a:alphaOff val="0"/>
                <a:tint val="98000"/>
                <a:lumMod val="100000"/>
              </a:schemeClr>
            </a:gs>
            <a:gs pos="100000">
              <a:schemeClr val="accent2">
                <a:hueOff val="-3110148"/>
                <a:satOff val="-16453"/>
                <a:lumOff val="-6274"/>
                <a:alphaOff val="0"/>
                <a:shade val="88000"/>
                <a:lumMod val="88000"/>
              </a:schemeClr>
            </a:gs>
          </a:gsLst>
          <a:lin ang="5400000" scaled="1"/>
        </a:gradFill>
        <a:ln w="9525" cap="rnd" cmpd="sng" algn="ctr">
          <a:solidFill>
            <a:schemeClr val="accent2">
              <a:hueOff val="-3110148"/>
              <a:satOff val="-16453"/>
              <a:lumOff val="-6274"/>
              <a:alphaOff val="0"/>
            </a:schemeClr>
          </a:solidFill>
          <a:prstDash val="solid"/>
        </a:ln>
        <a:effectLst>
          <a:outerShdw blurRad="50800" dist="381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C78AF888-B2B8-4AA9-B27F-70EFB4BEE8CF}">
      <dsp:nvSpPr>
        <dsp:cNvPr id="0" name=""/>
        <dsp:cNvSpPr/>
      </dsp:nvSpPr>
      <dsp:spPr>
        <a:xfrm>
          <a:off x="0" y="3684355"/>
          <a:ext cx="6046132" cy="9209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0020" tIns="160020" rIns="160020" bIns="160020" numCol="1" spcCol="1270" anchor="t" anchorCtr="0">
          <a:noAutofit/>
        </a:bodyPr>
        <a:lstStyle/>
        <a:p>
          <a:pPr marL="0" lvl="0" indent="0" algn="l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4200" kern="1200"/>
            <a:t>Volgende Sprint</a:t>
          </a:r>
          <a:endParaRPr lang="en-US" sz="4200" kern="1200"/>
        </a:p>
      </dsp:txBody>
      <dsp:txXfrm>
        <a:off x="0" y="3684355"/>
        <a:ext cx="6046132" cy="92094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Title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962399" y="1964267"/>
            <a:ext cx="7197726" cy="2421464"/>
          </a:xfrm>
        </p:spPr>
        <p:txBody>
          <a:bodyPr anchor="b">
            <a:normAutofit/>
          </a:bodyPr>
          <a:lstStyle>
            <a:lvl1pPr algn="r">
              <a:defRPr sz="4800"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962399" y="4385732"/>
            <a:ext cx="7197726" cy="1405467"/>
          </a:xfrm>
        </p:spPr>
        <p:txBody>
          <a:bodyPr anchor="t">
            <a:normAutofit/>
          </a:bodyPr>
          <a:lstStyle>
            <a:lvl1pPr marL="0" indent="0" algn="r">
              <a:buNone/>
              <a:defRPr sz="1800" cap="all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32558" y="5870575"/>
            <a:ext cx="1600200" cy="377825"/>
          </a:xfrm>
        </p:spPr>
        <p:txBody>
          <a:bodyPr/>
          <a:lstStyle/>
          <a:p>
            <a:fld id="{4A37A092-F479-4C17-8DAB-26C19D8DEF50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962399" y="5870575"/>
            <a:ext cx="4893958" cy="377825"/>
          </a:xfrm>
        </p:spPr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608958" y="5870575"/>
            <a:ext cx="551167" cy="377825"/>
          </a:xfrm>
        </p:spPr>
        <p:txBody>
          <a:bodyPr/>
          <a:lstStyle/>
          <a:p>
            <a:fld id="{D5EC4132-83FF-430E-8473-4C6C1D8D745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78097388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3971066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308581"/>
            <a:ext cx="10131427" cy="1468800"/>
          </a:xfrm>
        </p:spPr>
        <p:txBody>
          <a:bodyPr anchor="b"/>
          <a:lstStyle>
            <a:lvl1pPr algn="l">
              <a:defRPr sz="40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799" y="4777381"/>
            <a:ext cx="10131428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 cap="all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30195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2" y="2142067"/>
            <a:ext cx="4995334" cy="3649134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21895" y="2142067"/>
            <a:ext cx="4995332" cy="3649133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369553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3670" y="2218267"/>
            <a:ext cx="470905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1" y="2870201"/>
            <a:ext cx="4996923" cy="2920998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96003" y="2226734"/>
            <a:ext cx="4722813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23483" y="2870201"/>
            <a:ext cx="4995334" cy="2920998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024814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995030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2428798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074333"/>
            <a:ext cx="3680885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48201" y="609601"/>
            <a:ext cx="6169026" cy="5181600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445933"/>
            <a:ext cx="3680885" cy="1828800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046633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600200"/>
            <a:ext cx="6164653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536253" y="914400"/>
            <a:ext cx="3280974" cy="4572000"/>
          </a:xfrm>
          <a:prstGeom prst="roundRect">
            <a:avLst>
              <a:gd name="adj" fmla="val 4280"/>
            </a:avLst>
          </a:prstGeom>
          <a:ln w="50800" cap="sq" cmpd="dbl">
            <a:gradFill flip="none" rotWithShape="1">
              <a:gsLst>
                <a:gs pos="0">
                  <a:srgbClr val="FFFFFF"/>
                </a:gs>
                <a:gs pos="100000">
                  <a:schemeClr val="tx1">
                    <a:alpha val="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2971800"/>
            <a:ext cx="6164653" cy="1828800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263663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4732865"/>
            <a:ext cx="1013142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371600" y="932112"/>
            <a:ext cx="8759827" cy="3164976"/>
          </a:xfrm>
          <a:prstGeom prst="roundRect">
            <a:avLst>
              <a:gd name="adj" fmla="val 4380"/>
            </a:avLst>
          </a:prstGeom>
          <a:ln w="50800" cap="sq" cmpd="dbl">
            <a:gradFill flip="none" rotWithShape="1">
              <a:gsLst>
                <a:gs pos="0">
                  <a:srgbClr val="FFFFFF"/>
                </a:gs>
                <a:gs pos="100000">
                  <a:schemeClr val="tx1">
                    <a:alpha val="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299603"/>
            <a:ext cx="10131427" cy="49371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385345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09601"/>
            <a:ext cx="10131427" cy="3124199"/>
          </a:xfrm>
        </p:spPr>
        <p:txBody>
          <a:bodyPr anchor="ctr">
            <a:normAutofit/>
          </a:bodyPr>
          <a:lstStyle>
            <a:lvl1pPr algn="l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10131428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33788526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237867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8275" y="823337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2267" y="609601"/>
            <a:ext cx="9550399" cy="2743199"/>
          </a:xfrm>
        </p:spPr>
        <p:txBody>
          <a:bodyPr anchor="ctr">
            <a:normAutofit/>
          </a:bodyPr>
          <a:lstStyle>
            <a:lvl1pPr algn="l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97875" y="3352800"/>
            <a:ext cx="9339184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7465" y="4343400"/>
            <a:ext cx="10152367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33039505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2" y="3308581"/>
            <a:ext cx="10131425" cy="1468800"/>
          </a:xfrm>
        </p:spPr>
        <p:txBody>
          <a:bodyPr anchor="b">
            <a:normAutofit/>
          </a:bodyPr>
          <a:lstStyle>
            <a:lvl1pPr algn="l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1" y="4777381"/>
            <a:ext cx="10131426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47585222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237867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8275" y="823337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6" name="Title 1"/>
          <p:cNvSpPr>
            <a:spLocks noGrp="1"/>
          </p:cNvSpPr>
          <p:nvPr>
            <p:ph type="title"/>
          </p:nvPr>
        </p:nvSpPr>
        <p:spPr>
          <a:xfrm>
            <a:off x="992267" y="609601"/>
            <a:ext cx="9550399" cy="2743199"/>
          </a:xfrm>
        </p:spPr>
        <p:txBody>
          <a:bodyPr anchor="ctr">
            <a:normAutofit/>
          </a:bodyPr>
          <a:lstStyle>
            <a:lvl1pPr algn="l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5800" y="3886200"/>
            <a:ext cx="10135436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799" y="4775200"/>
            <a:ext cx="10135436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2006946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09601"/>
            <a:ext cx="10131427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5801" y="3505200"/>
            <a:ext cx="10131428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10131428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95968346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‹nr.›</a:t>
            </a:fld>
            <a:endParaRPr lang="nl-NL"/>
          </a:p>
        </p:txBody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685801" y="609600"/>
            <a:ext cx="10131425" cy="145626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369850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8675" y="609599"/>
            <a:ext cx="2158552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09600"/>
            <a:ext cx="7832116" cy="518160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59191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5801" y="609600"/>
            <a:ext cx="10131425" cy="14562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1" y="2142067"/>
            <a:ext cx="10131425" cy="364913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89660" y="5870575"/>
            <a:ext cx="1600200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4A37A092-F479-4C17-8DAB-26C19D8DEF50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5870575"/>
            <a:ext cx="7827659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66060" y="5870575"/>
            <a:ext cx="551167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D5EC4132-83FF-430E-8473-4C6C1D8D745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1971958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86" r:id="rId1"/>
    <p:sldLayoutId id="2147483787" r:id="rId2"/>
    <p:sldLayoutId id="2147483788" r:id="rId3"/>
    <p:sldLayoutId id="2147483789" r:id="rId4"/>
    <p:sldLayoutId id="2147483790" r:id="rId5"/>
    <p:sldLayoutId id="2147483791" r:id="rId6"/>
    <p:sldLayoutId id="2147483792" r:id="rId7"/>
    <p:sldLayoutId id="2147483793" r:id="rId8"/>
    <p:sldLayoutId id="2147483794" r:id="rId9"/>
    <p:sldLayoutId id="2147483795" r:id="rId10"/>
    <p:sldLayoutId id="2147483796" r:id="rId11"/>
    <p:sldLayoutId id="2147483797" r:id="rId12"/>
    <p:sldLayoutId id="2147483798" r:id="rId13"/>
    <p:sldLayoutId id="2147483799" r:id="rId14"/>
    <p:sldLayoutId id="2147483800" r:id="rId15"/>
    <p:sldLayoutId id="2147483801" r:id="rId16"/>
    <p:sldLayoutId id="2147483802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8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6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microsoft.com/office/2017/06/relationships/model3d" Target="../media/model3d1.glb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microsoft.com/office/2007/relationships/hdphoto" Target="../media/hdphoto3.wdp"/><Relationship Id="rId3" Type="http://schemas.openxmlformats.org/officeDocument/2006/relationships/image" Target="../media/image7.png"/><Relationship Id="rId7" Type="http://schemas.openxmlformats.org/officeDocument/2006/relationships/image" Target="../media/image9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microsoft.com/office/2007/relationships/hdphoto" Target="../media/hdphoto2.wdp"/><Relationship Id="rId5" Type="http://schemas.openxmlformats.org/officeDocument/2006/relationships/image" Target="../media/image8.png"/><Relationship Id="rId4" Type="http://schemas.microsoft.com/office/2007/relationships/hdphoto" Target="../media/hdphoto1.wdp"/><Relationship Id="rId9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jp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6A2FB4-AE30-2A16-C593-EB54DEF46B9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nl-NL" dirty="0"/>
              <a:t>Review Sprint 3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71FF6E9-A07E-D9FC-FD58-83D34295F7C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nl-NL" dirty="0"/>
              <a:t>Matthijs ‘t Hart, </a:t>
            </a:r>
            <a:r>
              <a:rPr lang="nl-NL" dirty="0" err="1"/>
              <a:t>Dax</a:t>
            </a:r>
            <a:r>
              <a:rPr lang="nl-NL" dirty="0"/>
              <a:t> Visser, </a:t>
            </a:r>
            <a:r>
              <a:rPr lang="nl-NL" dirty="0" err="1"/>
              <a:t>Kyrill</a:t>
            </a:r>
            <a:r>
              <a:rPr lang="nl-NL" dirty="0"/>
              <a:t> Kriek</a:t>
            </a:r>
            <a:br>
              <a:rPr lang="nl-NL" dirty="0"/>
            </a:br>
            <a:r>
              <a:rPr lang="nl-NL" dirty="0" err="1"/>
              <a:t>Floating</a:t>
            </a:r>
            <a:r>
              <a:rPr lang="nl-NL" dirty="0"/>
              <a:t> Farm</a:t>
            </a:r>
          </a:p>
        </p:txBody>
      </p:sp>
    </p:spTree>
    <p:extLst>
      <p:ext uri="{BB962C8B-B14F-4D97-AF65-F5344CB8AC3E}">
        <p14:creationId xmlns:p14="http://schemas.microsoft.com/office/powerpoint/2010/main" val="35193053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127615-3D95-9288-3494-F58B31754A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1012" y="4363271"/>
            <a:ext cx="8676222" cy="1066801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4800" dirty="0"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rPr>
              <a:t>Recap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D5F587-718E-8155-3A8F-2D329323EF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51012" y="5516211"/>
            <a:ext cx="8676222" cy="722243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sz="21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rPr>
              <a:t>Floating Farm?</a:t>
            </a:r>
          </a:p>
        </p:txBody>
      </p:sp>
      <p:pic>
        <p:nvPicPr>
          <p:cNvPr id="5" name="Afbeelding 4" descr="Afbeelding met buitenshuis, plant, staal&#10;&#10;Door AI gegenereerde inhoud is mogelijk onjuist.">
            <a:extLst>
              <a:ext uri="{FF2B5EF4-FFF2-40B4-BE49-F238E27FC236}">
                <a16:creationId xmlns:a16="http://schemas.microsoft.com/office/drawing/2014/main" id="{3BE6EB31-DD18-B678-8AFC-57EDDEF3E3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2637" b="14650"/>
          <a:stretch>
            <a:fillRect/>
          </a:stretch>
        </p:blipFill>
        <p:spPr>
          <a:xfrm>
            <a:off x="20" y="10"/>
            <a:ext cx="12191980" cy="4273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45127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E55603-2790-B12B-B0B5-1414FE3608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9851" y="1430179"/>
            <a:ext cx="3029313" cy="3675908"/>
          </a:xfrm>
        </p:spPr>
        <p:txBody>
          <a:bodyPr anchor="ctr">
            <a:normAutofit/>
          </a:bodyPr>
          <a:lstStyle/>
          <a:p>
            <a:r>
              <a:rPr lang="nl-NL" sz="4000"/>
              <a:t>Inhoud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FE64420E-8580-DE79-BAC2-DC432FEEDB42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5054375" y="965200"/>
          <a:ext cx="6046133" cy="460586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5616246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297DEE-8A82-8133-814C-C22C9822A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Afgelopen Sprint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7EC2D2-23D9-2582-009F-C9AA32E67A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50% presentatie</a:t>
            </a:r>
          </a:p>
          <a:p>
            <a:r>
              <a:rPr lang="nl-NL" dirty="0"/>
              <a:t>Eerste versie ballasttanks gemaakt</a:t>
            </a:r>
          </a:p>
          <a:p>
            <a:r>
              <a:rPr lang="nl-NL" dirty="0"/>
              <a:t>Schakeling controle over waterpompen</a:t>
            </a:r>
          </a:p>
        </p:txBody>
      </p:sp>
    </p:spTree>
    <p:extLst>
      <p:ext uri="{BB962C8B-B14F-4D97-AF65-F5344CB8AC3E}">
        <p14:creationId xmlns:p14="http://schemas.microsoft.com/office/powerpoint/2010/main" val="41844789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A5141F-2979-9875-C851-8E61C566AA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Ballasttanks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3239C9-2FD4-34EB-80A7-299AFB7613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nl-NL" dirty="0"/>
          </a:p>
          <a:p>
            <a:endParaRPr lang="nl-NL" dirty="0"/>
          </a:p>
          <a:p>
            <a:endParaRPr lang="nl-NL" dirty="0"/>
          </a:p>
          <a:p>
            <a:endParaRPr lang="nl-NL" dirty="0"/>
          </a:p>
          <a:p>
            <a:r>
              <a:rPr lang="nl-NL" dirty="0"/>
              <a:t>Als eigenaar wil ik dat mijn systeem ballasttanks gebruikt, om te zorgen dat het makkelijk toegepast kan worden op andere systemen, en ook niet te grote kosten veroorzaakt. </a:t>
            </a:r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" name="3D-model 3">
                <a:extLst>
                  <a:ext uri="{FF2B5EF4-FFF2-40B4-BE49-F238E27FC236}">
                    <a16:creationId xmlns:a16="http://schemas.microsoft.com/office/drawing/2014/main" id="{D3FD436B-84D2-562C-90F8-F3980E1E393D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380427729"/>
                  </p:ext>
                </p:extLst>
              </p:nvPr>
            </p:nvGraphicFramePr>
            <p:xfrm>
              <a:off x="5803389" y="480228"/>
              <a:ext cx="4602725" cy="3411453"/>
            </p:xfrm>
            <a:graphic>
              <a:graphicData uri="http://schemas.microsoft.com/office/drawing/2017/model3d">
                <am3d:model3d r:embed="rId2">
                  <am3d:spPr>
                    <a:xfrm>
                      <a:off x="0" y="0"/>
                      <a:ext cx="4602725" cy="3411453"/>
                    </a:xfrm>
                    <a:prstGeom prst="rect">
                      <a:avLst/>
                    </a:prstGeom>
                  </am3d:spPr>
                  <am3d:camera>
                    <am3d:pos x="0" y="0" z="67055967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3333" d="1000000"/>
                    <am3d:preTrans dx="-9720000" dy="-9600000" dz="-3240000"/>
                    <am3d:scale>
                      <am3d:sx n="1000000" d="1000000"/>
                      <am3d:sy n="1000000" d="1000000"/>
                      <am3d:sz n="1000000" d="1000000"/>
                    </am3d:scale>
                    <am3d:rot ax="-2992648" ay="75217" az="-89225"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541866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" name="3D-model 3">
                <a:extLst>
                  <a:ext uri="{FF2B5EF4-FFF2-40B4-BE49-F238E27FC236}">
                    <a16:creationId xmlns:a16="http://schemas.microsoft.com/office/drawing/2014/main" id="{D3FD436B-84D2-562C-90F8-F3980E1E393D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803389" y="480228"/>
                <a:ext cx="4602725" cy="3411453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6985871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9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sum">
                                        <p:cTn id="6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3d.object.rotation.y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120">
                                          <p:val>
                                            <p:fltVal val="-0.0012"/>
                                          </p:val>
                                        </p:tav>
                                        <p:tav tm="2250">
                                          <p:val>
                                            <p:fltVal val="-0.0098"/>
                                          </p:val>
                                        </p:tav>
                                        <p:tav tm="3370">
                                          <p:val>
                                            <p:fltVal val="-0.033"/>
                                          </p:val>
                                        </p:tav>
                                        <p:tav tm="4490">
                                          <p:val>
                                            <p:fltVal val="-0.0789"/>
                                          </p:val>
                                        </p:tav>
                                        <p:tav tm="5620">
                                          <p:val>
                                            <p:fltVal val="-0.1548"/>
                                          </p:val>
                                        </p:tav>
                                        <p:tav tm="6740">
                                          <p:val>
                                            <p:fltVal val="-0.267"/>
                                          </p:val>
                                        </p:tav>
                                        <p:tav tm="7870">
                                          <p:val>
                                            <p:fltVal val="-0.4235"/>
                                          </p:val>
                                        </p:tav>
                                        <p:tav tm="8990">
                                          <p:val>
                                            <p:fltVal val="-0.6337"/>
                                          </p:val>
                                        </p:tav>
                                        <p:tav tm="10110">
                                          <p:val>
                                            <p:fltVal val="-0.9013"/>
                                          </p:val>
                                        </p:tav>
                                        <p:tav tm="11240">
                                          <p:val>
                                            <p:fltVal val="-1.2353"/>
                                          </p:val>
                                        </p:tav>
                                        <p:tav tm="12360">
                                          <p:val>
                                            <p:fltVal val="-1.647"/>
                                          </p:val>
                                        </p:tav>
                                        <p:tav tm="13480">
                                          <p:val>
                                            <p:fltVal val="-2.0869"/>
                                          </p:val>
                                        </p:tav>
                                        <p:tav tm="14610">
                                          <p:val>
                                            <p:fltVal val="-2.4538"/>
                                          </p:val>
                                        </p:tav>
                                        <p:tav tm="15730">
                                          <p:val>
                                            <p:fltVal val="-2.7534"/>
                                          </p:val>
                                        </p:tav>
                                        <p:tav tm="16850">
                                          <p:val>
                                            <p:fltVal val="-2.9876"/>
                                          </p:val>
                                        </p:tav>
                                        <p:tav tm="17980">
                                          <p:val>
                                            <p:fltVal val="-3.1669"/>
                                          </p:val>
                                        </p:tav>
                                        <p:tav tm="19100">
                                          <p:val>
                                            <p:fltVal val="-3.2996"/>
                                          </p:val>
                                        </p:tav>
                                        <p:tav tm="20220">
                                          <p:val>
                                            <p:fltVal val="-3.3906"/>
                                          </p:val>
                                        </p:tav>
                                        <p:tav tm="21350">
                                          <p:val>
                                            <p:fltVal val="-3.4488"/>
                                          </p:val>
                                        </p:tav>
                                        <p:tav tm="22470">
                                          <p:val>
                                            <p:fltVal val="-3.4815"/>
                                          </p:val>
                                        </p:tav>
                                        <p:tav tm="23600">
                                          <p:val>
                                            <p:fltVal val="-3.4961"/>
                                          </p:val>
                                        </p:tav>
                                        <p:tav tm="24720">
                                          <p:val>
                                            <p:fltVal val="-3.4998"/>
                                          </p:val>
                                        </p:tav>
                                        <p:tav tm="25840">
                                          <p:val>
                                            <p:fltVal val="-3.0301"/>
                                          </p:val>
                                        </p:tav>
                                        <p:tav tm="26970">
                                          <p:val>
                                            <p:fltVal val="-0.9661"/>
                                          </p:val>
                                        </p:tav>
                                        <p:tav tm="28090">
                                          <p:val>
                                            <p:fltVal val="2.1525"/>
                                          </p:val>
                                        </p:tav>
                                        <p:tav tm="29210">
                                          <p:val>
                                            <p:fltVal val="6.1215"/>
                                          </p:val>
                                        </p:tav>
                                        <p:tav tm="30340">
                                          <p:val>
                                            <p:fltVal val="10.8322"/>
                                          </p:val>
                                        </p:tav>
                                        <p:tav tm="31460">
                                          <p:val>
                                            <p:fltVal val="16.2132"/>
                                          </p:val>
                                        </p:tav>
                                        <p:tav tm="32580">
                                          <p:val>
                                            <p:fltVal val="22.2128"/>
                                          </p:val>
                                        </p:tav>
                                        <p:tav tm="33710">
                                          <p:val>
                                            <p:fltVal val="28.7297"/>
                                          </p:val>
                                        </p:tav>
                                        <p:tav tm="34830">
                                          <p:val>
                                            <p:fltVal val="35.8493"/>
                                          </p:val>
                                        </p:tav>
                                        <p:tav tm="35960">
                                          <p:val>
                                            <p:fltVal val="43.4888"/>
                                          </p:val>
                                        </p:tav>
                                        <p:tav tm="37080">
                                          <p:val>
                                            <p:fltVal val="51.6257"/>
                                          </p:val>
                                        </p:tav>
                                        <p:tav tm="38200">
                                          <p:val>
                                            <p:fltVal val="60.2402"/>
                                          </p:val>
                                        </p:tav>
                                        <p:tav tm="39330">
                                          <p:val>
                                            <p:fltVal val="69.3155"/>
                                          </p:val>
                                        </p:tav>
                                        <p:tav tm="40450">
                                          <p:val>
                                            <p:fltVal val="78.8364"/>
                                          </p:val>
                                        </p:tav>
                                        <p:tav tm="41570">
                                          <p:val>
                                            <p:fltVal val="88.6987"/>
                                          </p:val>
                                        </p:tav>
                                        <p:tav tm="42700">
                                          <p:val>
                                            <p:fltVal val="99.0679"/>
                                          </p:val>
                                        </p:tav>
                                        <p:tav tm="43820">
                                          <p:val>
                                            <p:fltVal val="109.8461"/>
                                          </p:val>
                                        </p:tav>
                                        <p:tav tm="44940">
                                          <p:val>
                                            <p:fltVal val="121.0232"/>
                                          </p:val>
                                        </p:tav>
                                        <p:tav tm="46070">
                                          <p:val>
                                            <p:fltVal val="132.5899"/>
                                          </p:val>
                                        </p:tav>
                                        <p:tav tm="47190">
                                          <p:val>
                                            <p:fltVal val="144.5376"/>
                                          </p:val>
                                        </p:tav>
                                        <p:tav tm="48310">
                                          <p:val>
                                            <p:fltVal val="156.85851"/>
                                          </p:val>
                                        </p:tav>
                                        <p:tav tm="49440">
                                          <p:val>
                                            <p:fltVal val="169.43021"/>
                                          </p:val>
                                        </p:tav>
                                        <p:tav tm="50560">
                                          <p:val>
                                            <p:fltVal val="182.34309"/>
                                          </p:val>
                                        </p:tav>
                                        <p:tav tm="51690">
                                          <p:val>
                                            <p:fltVal val="195.1411"/>
                                          </p:val>
                                        </p:tav>
                                        <p:tav tm="52810">
                                          <p:val>
                                            <p:fltVal val="207.6945"/>
                                          </p:val>
                                        </p:tav>
                                        <p:tav tm="53930">
                                          <p:val>
                                            <p:fltVal val="219.77251"/>
                                          </p:val>
                                        </p:tav>
                                        <p:tav tm="55060">
                                          <p:val>
                                            <p:fltVal val="231.4814"/>
                                          </p:val>
                                        </p:tav>
                                        <p:tav tm="56180">
                                          <p:val>
                                            <p:fltVal val="242.91341"/>
                                          </p:val>
                                        </p:tav>
                                        <p:tav tm="57300">
                                          <p:val>
                                            <p:fltVal val="253.8558"/>
                                          </p:val>
                                        </p:tav>
                                        <p:tav tm="58430">
                                          <p:val>
                                            <p:fltVal val="264.40329"/>
                                          </p:val>
                                        </p:tav>
                                        <p:tav tm="59550">
                                          <p:val>
                                            <p:fltVal val="274.63501"/>
                                          </p:val>
                                        </p:tav>
                                        <p:tav tm="60670">
                                          <p:val>
                                            <p:fltVal val="284.35721"/>
                                          </p:val>
                                        </p:tav>
                                        <p:tav tm="61800">
                                          <p:val>
                                            <p:fltVal val="293.6507"/>
                                          </p:val>
                                        </p:tav>
                                        <p:tav tm="62920">
                                          <p:val>
                                            <p:fltVal val="302.57959"/>
                                          </p:val>
                                        </p:tav>
                                        <p:tav tm="64040">
                                          <p:val>
                                            <p:fltVal val="310.96921"/>
                                          </p:val>
                                        </p:tav>
                                        <p:tav tm="65170">
                                          <p:val>
                                            <p:fltVal val="318.88379"/>
                                          </p:val>
                                        </p:tav>
                                        <p:tav tm="66290">
                                          <p:val>
                                            <p:fltVal val="326.36801"/>
                                          </p:val>
                                        </p:tav>
                                        <p:tav tm="67420">
                                          <p:val>
                                            <p:fltVal val="333.26511"/>
                                          </p:val>
                                        </p:tav>
                                        <p:tav tm="68540">
                                          <p:val>
                                            <p:fltVal val="339.6712"/>
                                          </p:val>
                                        </p:tav>
                                        <p:tav tm="69660">
                                          <p:val>
                                            <p:fltVal val="345.43851"/>
                                          </p:val>
                                        </p:tav>
                                        <p:tav tm="70790">
                                          <p:val>
                                            <p:fltVal val="350.58469"/>
                                          </p:val>
                                        </p:tav>
                                        <p:tav tm="71910">
                                          <p:val>
                                            <p:fltVal val="355.09189"/>
                                          </p:val>
                                        </p:tav>
                                        <p:tav tm="73030">
                                          <p:val>
                                            <p:fltVal val="358.80179"/>
                                          </p:val>
                                        </p:tav>
                                        <p:tav tm="74160">
                                          <p:val>
                                            <p:fltVal val="361.63531"/>
                                          </p:val>
                                        </p:tav>
                                        <p:tav tm="75280">
                                          <p:val>
                                            <p:fltVal val="363.345"/>
                                          </p:val>
                                        </p:tav>
                                        <p:tav tm="76400">
                                          <p:val>
                                            <p:fltVal val="363.4978"/>
                                          </p:val>
                                        </p:tav>
                                        <p:tav tm="77530">
                                          <p:val>
                                            <p:fltVal val="363.47061"/>
                                          </p:val>
                                        </p:tav>
                                        <p:tav tm="78650">
                                          <p:val>
                                            <p:fltVal val="363.38339"/>
                                          </p:val>
                                        </p:tav>
                                        <p:tav tm="79780">
                                          <p:val>
                                            <p:fltVal val="363.20349"/>
                                          </p:val>
                                        </p:tav>
                                        <p:tav tm="80900">
                                          <p:val>
                                            <p:fltVal val="362.8963"/>
                                          </p:val>
                                        </p:tav>
                                        <p:tav tm="82020">
                                          <p:val>
                                            <p:fltVal val="362.4227"/>
                                          </p:val>
                                        </p:tav>
                                        <p:tav tm="83150">
                                          <p:val>
                                            <p:fltVal val="361.7569"/>
                                          </p:val>
                                        </p:tav>
                                        <p:tav tm="84270">
                                          <p:val>
                                            <p:fltVal val="361.0874"/>
                                          </p:val>
                                        </p:tav>
                                        <p:tav tm="85390">
                                          <p:val>
                                            <p:fltVal val="360.6105"/>
                                          </p:val>
                                        </p:tav>
                                        <p:tav tm="86520">
                                          <p:val>
                                            <p:fltVal val="360.30069"/>
                                          </p:val>
                                        </p:tav>
                                        <p:tav tm="87640">
                                          <p:val>
                                            <p:fltVal val="360.1188"/>
                                          </p:val>
                                        </p:tav>
                                        <p:tav tm="88760">
                                          <p:val>
                                            <p:fltVal val="360.03021"/>
                                          </p:val>
                                        </p:tav>
                                        <p:tav tm="89890">
                                          <p:val>
                                            <p:fltVal val="360.00229"/>
                                          </p:val>
                                        </p:tav>
                                        <p:tav tm="91010">
                                          <p:val>
                                            <p:fltVal val="360"/>
                                          </p:val>
                                        </p:tav>
                                        <p:tav tm="92130">
                                          <p:val>
                                            <p:fltVal val="360"/>
                                          </p:val>
                                        </p:tav>
                                        <p:tav tm="93260">
                                          <p:val>
                                            <p:fltVal val="360"/>
                                          </p:val>
                                        </p:tav>
                                        <p:tav tm="94380">
                                          <p:val>
                                            <p:fltVal val="360"/>
                                          </p:val>
                                        </p:tav>
                                        <p:tav tm="95510">
                                          <p:val>
                                            <p:fltVal val="360"/>
                                          </p:val>
                                        </p:tav>
                                        <p:tav tm="96630">
                                          <p:val>
                                            <p:fltVal val="360"/>
                                          </p:val>
                                        </p:tav>
                                        <p:tav tm="97750">
                                          <p:val>
                                            <p:fltVal val="360"/>
                                          </p:val>
                                        </p:tav>
                                        <p:tav tm="9888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36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sum">
                                        <p:cTn id="7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3d.object.translation.y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120">
                                          <p:val>
                                            <p:fltVal val="0"/>
                                          </p:val>
                                        </p:tav>
                                        <p:tav tm="2250">
                                          <p:val>
                                            <p:fltVal val="-10E-5"/>
                                          </p:val>
                                        </p:tav>
                                        <p:tav tm="3370">
                                          <p:val>
                                            <p:fltVal val="-0.0004"/>
                                          </p:val>
                                        </p:tav>
                                        <p:tav tm="4490">
                                          <p:val>
                                            <p:fltVal val="-0.0011"/>
                                          </p:val>
                                        </p:tav>
                                        <p:tav tm="5620">
                                          <p:val>
                                            <p:fltVal val="-0.0021"/>
                                          </p:val>
                                        </p:tav>
                                        <p:tav tm="6740">
                                          <p:val>
                                            <p:fltVal val="-0.0037"/>
                                          </p:val>
                                        </p:tav>
                                        <p:tav tm="7870">
                                          <p:val>
                                            <p:fltVal val="-0.0059"/>
                                          </p:val>
                                        </p:tav>
                                        <p:tav tm="8990">
                                          <p:val>
                                            <p:fltVal val="-0.0088"/>
                                          </p:val>
                                        </p:tav>
                                        <p:tav tm="10110">
                                          <p:val>
                                            <p:fltVal val="-0.0125"/>
                                          </p:val>
                                        </p:tav>
                                        <p:tav tm="11240">
                                          <p:val>
                                            <p:fltVal val="-0.0162"/>
                                          </p:val>
                                        </p:tav>
                                        <p:tav tm="12360">
                                          <p:val>
                                            <p:fltVal val="-0.0191"/>
                                          </p:val>
                                        </p:tav>
                                        <p:tav tm="13480">
                                          <p:val>
                                            <p:fltVal val="-0.0213"/>
                                          </p:val>
                                        </p:tav>
                                        <p:tav tm="14610">
                                          <p:val>
                                            <p:fltVal val="-0.0228"/>
                                          </p:val>
                                        </p:tav>
                                        <p:tav tm="15730">
                                          <p:val>
                                            <p:fltVal val="-0.0239"/>
                                          </p:val>
                                        </p:tav>
                                        <p:tav tm="16850">
                                          <p:val>
                                            <p:fltVal val="-0.0245"/>
                                          </p:val>
                                        </p:tav>
                                        <p:tav tm="17980">
                                          <p:val>
                                            <p:fltVal val="-0.0248"/>
                                          </p:val>
                                        </p:tav>
                                        <p:tav tm="19100">
                                          <p:val>
                                            <p:fltVal val="-0.0249"/>
                                          </p:val>
                                        </p:tav>
                                        <p:tav tm="20220">
                                          <p:val>
                                            <p:fltVal val="-0.0249"/>
                                          </p:val>
                                        </p:tav>
                                        <p:tav tm="21350">
                                          <p:val>
                                            <p:fltVal val="-0.0248"/>
                                          </p:val>
                                        </p:tav>
                                        <p:tav tm="22470">
                                          <p:val>
                                            <p:fltVal val="-0.0241"/>
                                          </p:val>
                                        </p:tav>
                                        <p:tav tm="23600">
                                          <p:val>
                                            <p:fltVal val="-0.022"/>
                                          </p:val>
                                        </p:tav>
                                        <p:tav tm="24720">
                                          <p:val>
                                            <p:fltVal val="-0.0179"/>
                                          </p:val>
                                        </p:tav>
                                        <p:tav tm="25840">
                                          <p:val>
                                            <p:fltVal val="-0.0113"/>
                                          </p:val>
                                        </p:tav>
                                        <p:tav tm="26970">
                                          <p:val>
                                            <p:fltVal val="-0.0013"/>
                                          </p:val>
                                        </p:tav>
                                        <p:tav tm="28090">
                                          <p:val>
                                            <p:fltVal val="0.0124"/>
                                          </p:val>
                                        </p:tav>
                                        <p:tav tm="29210">
                                          <p:val>
                                            <p:fltVal val="0.0309"/>
                                          </p:val>
                                        </p:tav>
                                        <p:tav tm="30340">
                                          <p:val>
                                            <p:fltVal val="0.0546"/>
                                          </p:val>
                                        </p:tav>
                                        <p:tav tm="31460">
                                          <p:val>
                                            <p:fltVal val="0.0842"/>
                                          </p:val>
                                        </p:tav>
                                        <p:tav tm="32580">
                                          <p:val>
                                            <p:fltVal val="0.1204"/>
                                          </p:val>
                                        </p:tav>
                                        <p:tav tm="33710">
                                          <p:val>
                                            <p:fltVal val="0.1634"/>
                                          </p:val>
                                        </p:tav>
                                        <p:tav tm="34830">
                                          <p:val>
                                            <p:fltVal val="0.2145"/>
                                          </p:val>
                                        </p:tav>
                                        <p:tav tm="35960">
                                          <p:val>
                                            <p:fltVal val="0.2711"/>
                                          </p:val>
                                        </p:tav>
                                        <p:tav tm="37080">
                                          <p:val>
                                            <p:fltVal val="0.3207"/>
                                          </p:val>
                                        </p:tav>
                                        <p:tav tm="38200">
                                          <p:val>
                                            <p:fltVal val="0.3625"/>
                                          </p:val>
                                        </p:tav>
                                        <p:tav tm="39330">
                                          <p:val>
                                            <p:fltVal val="0.3973"/>
                                          </p:val>
                                        </p:tav>
                                        <p:tav tm="40450">
                                          <p:val>
                                            <p:fltVal val="0.4256"/>
                                          </p:val>
                                        </p:tav>
                                        <p:tav tm="41570">
                                          <p:val>
                                            <p:fltVal val="0.448"/>
                                          </p:val>
                                        </p:tav>
                                        <p:tav tm="42700">
                                          <p:val>
                                            <p:fltVal val="0.4655"/>
                                          </p:val>
                                        </p:tav>
                                        <p:tav tm="43820">
                                          <p:val>
                                            <p:fltVal val="0.4786"/>
                                          </p:val>
                                        </p:tav>
                                        <p:tav tm="44940">
                                          <p:val>
                                            <p:fltVal val="0.4878"/>
                                          </p:val>
                                        </p:tav>
                                        <p:tav tm="46070">
                                          <p:val>
                                            <p:fltVal val="0.4939"/>
                                          </p:val>
                                        </p:tav>
                                        <p:tav tm="47190">
                                          <p:val>
                                            <p:fltVal val="0.4975"/>
                                          </p:val>
                                        </p:tav>
                                        <p:tav tm="48310">
                                          <p:val>
                                            <p:fltVal val="0.4993"/>
                                          </p:val>
                                        </p:tav>
                                        <p:tav tm="49440">
                                          <p:val>
                                            <p:fltVal val="0.4999"/>
                                          </p:val>
                                        </p:tav>
                                        <p:tav tm="50560">
                                          <p:val>
                                            <p:fltVal val="0.4999"/>
                                          </p:val>
                                        </p:tav>
                                        <p:tav tm="51690">
                                          <p:val>
                                            <p:fltVal val="0.4998"/>
                                          </p:val>
                                        </p:tav>
                                        <p:tav tm="52810">
                                          <p:val>
                                            <p:fltVal val="0.4988"/>
                                          </p:val>
                                        </p:tav>
                                        <p:tav tm="53930">
                                          <p:val>
                                            <p:fltVal val="0.4965"/>
                                          </p:val>
                                        </p:tav>
                                        <p:tav tm="55060">
                                          <p:val>
                                            <p:fltVal val="0.4921"/>
                                          </p:val>
                                        </p:tav>
                                        <p:tav tm="56180">
                                          <p:val>
                                            <p:fltVal val="0.485"/>
                                          </p:val>
                                        </p:tav>
                                        <p:tav tm="57300">
                                          <p:val>
                                            <p:fltVal val="0.4746"/>
                                          </p:val>
                                        </p:tav>
                                        <p:tav tm="58430">
                                          <p:val>
                                            <p:fltVal val="0.4603"/>
                                          </p:val>
                                        </p:tav>
                                        <p:tav tm="59550">
                                          <p:val>
                                            <p:fltVal val="0.4411"/>
                                          </p:val>
                                        </p:tav>
                                        <p:tav tm="60670">
                                          <p:val>
                                            <p:fltVal val="0.4169"/>
                                          </p:val>
                                        </p:tav>
                                        <p:tav tm="61800">
                                          <p:val>
                                            <p:fltVal val="0.3868"/>
                                          </p:val>
                                        </p:tav>
                                        <p:tav tm="62920">
                                          <p:val>
                                            <p:fltVal val="0.3499"/>
                                          </p:val>
                                        </p:tav>
                                        <p:tav tm="64040">
                                          <p:val>
                                            <p:fltVal val="0.306"/>
                                          </p:val>
                                        </p:tav>
                                        <p:tav tm="65170">
                                          <p:val>
                                            <p:fltVal val="0.2544"/>
                                          </p:val>
                                        </p:tav>
                                        <p:tav tm="66290">
                                          <p:val>
                                            <p:fltVal val="0.1981"/>
                                          </p:val>
                                        </p:tav>
                                        <p:tav tm="67420">
                                          <p:val>
                                            <p:fltVal val="0.1498"/>
                                          </p:val>
                                        </p:tav>
                                        <p:tav tm="68540">
                                          <p:val>
                                            <p:fltVal val="0.1087"/>
                                          </p:val>
                                        </p:tav>
                                        <p:tav tm="69660">
                                          <p:val>
                                            <p:fltVal val="0.0748"/>
                                          </p:val>
                                        </p:tav>
                                        <p:tav tm="70790">
                                          <p:val>
                                            <p:fltVal val="0.0473"/>
                                          </p:val>
                                        </p:tav>
                                        <p:tav tm="71910">
                                          <p:val>
                                            <p:fltVal val="0.0251"/>
                                          </p:val>
                                        </p:tav>
                                        <p:tav tm="73030">
                                          <p:val>
                                            <p:fltVal val="0.0082"/>
                                          </p:val>
                                        </p:tav>
                                        <p:tav tm="74160">
                                          <p:val>
                                            <p:fltVal val="-0.0044"/>
                                          </p:val>
                                        </p:tav>
                                        <p:tav tm="75280">
                                          <p:val>
                                            <p:fltVal val="-0.0134"/>
                                          </p:val>
                                        </p:tav>
                                        <p:tav tm="76400">
                                          <p:val>
                                            <p:fltVal val="-0.0192"/>
                                          </p:val>
                                        </p:tav>
                                        <p:tav tm="77530">
                                          <p:val>
                                            <p:fltVal val="-0.0227"/>
                                          </p:val>
                                        </p:tav>
                                        <p:tav tm="78650">
                                          <p:val>
                                            <p:fltVal val="-0.0244"/>
                                          </p:val>
                                        </p:tav>
                                        <p:tav tm="79780">
                                          <p:val>
                                            <p:fltVal val="-0.0249"/>
                                          </p:val>
                                        </p:tav>
                                        <p:tav tm="80900">
                                          <p:val>
                                            <p:fltVal val="-0.0249"/>
                                          </p:val>
                                        </p:tav>
                                        <p:tav tm="82020">
                                          <p:val>
                                            <p:fltVal val="-0.0244"/>
                                          </p:val>
                                        </p:tav>
                                        <p:tav tm="83150">
                                          <p:val>
                                            <p:fltVal val="-0.0219"/>
                                          </p:val>
                                        </p:tav>
                                        <p:tav tm="84270">
                                          <p:val>
                                            <p:fltVal val="-0.0156"/>
                                          </p:val>
                                        </p:tav>
                                        <p:tav tm="85390">
                                          <p:val>
                                            <p:fltVal val="-0.0039"/>
                                          </p:val>
                                        </p:tav>
                                        <p:tav tm="86520">
                                          <p:val>
                                            <p:fltVal val="0.0104"/>
                                          </p:val>
                                        </p:tav>
                                        <p:tav tm="87640">
                                          <p:val>
                                            <p:fltVal val="0.0192"/>
                                          </p:val>
                                        </p:tav>
                                        <p:tav tm="88760">
                                          <p:val>
                                            <p:fltVal val="0.0235"/>
                                          </p:val>
                                        </p:tav>
                                        <p:tav tm="89890">
                                          <p:val>
                                            <p:fltVal val="0.0248"/>
                                          </p:val>
                                        </p:tav>
                                        <p:tav tm="91010">
                                          <p:val>
                                            <p:fltVal val="0.0249"/>
                                          </p:val>
                                        </p:tav>
                                        <p:tav tm="92130">
                                          <p:val>
                                            <p:fltVal val="0.0247"/>
                                          </p:val>
                                        </p:tav>
                                        <p:tav tm="93260">
                                          <p:val>
                                            <p:fltVal val="0.0234"/>
                                          </p:val>
                                        </p:tav>
                                        <p:tav tm="94380">
                                          <p:val>
                                            <p:fltVal val="0.0202"/>
                                          </p:val>
                                        </p:tav>
                                        <p:tav tm="95510">
                                          <p:val>
                                            <p:fltVal val="0.0143"/>
                                          </p:val>
                                        </p:tav>
                                        <p:tav tm="96630">
                                          <p:val>
                                            <p:fltVal val="0.0071"/>
                                          </p:val>
                                        </p:tav>
                                        <p:tav tm="97750">
                                          <p:val>
                                            <p:fltVal val="0.0027"/>
                                          </p:val>
                                        </p:tav>
                                        <p:tav tm="98880">
                                          <p:val>
                                            <p:fltVal val="0.0007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mult">
                                        <p:cTn id="8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3d.object.scale.x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1"/>
                                          </p:val>
                                        </p:tav>
                                        <p:tav tm="1120">
                                          <p:val>
                                            <p:fltVal val="1"/>
                                          </p:val>
                                        </p:tav>
                                        <p:tav tm="2250">
                                          <p:val>
                                            <p:fltVal val="1.0002"/>
                                          </p:val>
                                        </p:tav>
                                        <p:tav tm="3370">
                                          <p:val>
                                            <p:fltVal val="1.0009"/>
                                          </p:val>
                                        </p:tav>
                                        <p:tav tm="4490">
                                          <p:val>
                                            <p:fltVal val="1.0023"/>
                                          </p:val>
                                        </p:tav>
                                        <p:tav tm="5620">
                                          <p:val>
                                            <p:fltVal val="1.0046"/>
                                          </p:val>
                                        </p:tav>
                                        <p:tav tm="6740">
                                          <p:val>
                                            <p:fltVal val="1.008"/>
                                          </p:val>
                                        </p:tav>
                                        <p:tav tm="7870">
                                          <p:val>
                                            <p:fltVal val="1.0127"/>
                                          </p:val>
                                        </p:tav>
                                        <p:tav tm="8990">
                                          <p:val>
                                            <p:fltVal val="1.019"/>
                                          </p:val>
                                        </p:tav>
                                        <p:tav tm="10110">
                                          <p:val>
                                            <p:fltVal val="1.0271"/>
                                          </p:val>
                                        </p:tav>
                                        <p:tav tm="11240">
                                          <p:val>
                                            <p:fltVal val="1.0351"/>
                                          </p:val>
                                        </p:tav>
                                        <p:tav tm="12360">
                                          <p:val>
                                            <p:fltVal val="1.0414"/>
                                          </p:val>
                                        </p:tav>
                                        <p:tav tm="13480">
                                          <p:val>
                                            <p:fltVal val="1.046"/>
                                          </p:val>
                                        </p:tav>
                                        <p:tav tm="14610">
                                          <p:val>
                                            <p:fltVal val="1.0494"/>
                                          </p:val>
                                        </p:tav>
                                        <p:tav tm="15730">
                                          <p:val>
                                            <p:fltVal val="1.0516"/>
                                          </p:val>
                                        </p:tav>
                                        <p:tav tm="16850">
                                          <p:val>
                                            <p:fltVal val="1.053"/>
                                          </p:val>
                                        </p:tav>
                                        <p:tav tm="17980">
                                          <p:val>
                                            <p:fltVal val="1.0537"/>
                                          </p:val>
                                        </p:tav>
                                        <p:tav tm="19100">
                                          <p:val>
                                            <p:fltVal val="1.0539"/>
                                          </p:val>
                                        </p:tav>
                                        <p:tav tm="20220">
                                          <p:val>
                                            <p:fltVal val="1.054"/>
                                          </p:val>
                                        </p:tav>
                                        <p:tav tm="21350">
                                          <p:val>
                                            <p:fltVal val="1.0536"/>
                                          </p:val>
                                        </p:tav>
                                        <p:tav tm="22470">
                                          <p:val>
                                            <p:fltVal val="1.0515"/>
                                          </p:val>
                                        </p:tav>
                                        <p:tav tm="23600">
                                          <p:val>
                                            <p:fltVal val="1.0457"/>
                                          </p:val>
                                        </p:tav>
                                        <p:tav tm="24720">
                                          <p:val>
                                            <p:fltVal val="1.0344"/>
                                          </p:val>
                                        </p:tav>
                                        <p:tav tm="25840">
                                          <p:val>
                                            <p:fltVal val="1.0183"/>
                                          </p:val>
                                        </p:tav>
                                        <p:tav tm="26970">
                                          <p:val>
                                            <p:fltVal val="1.0076"/>
                                          </p:val>
                                        </p:tav>
                                        <p:tav tm="28090">
                                          <p:val>
                                            <p:fltVal val="1.0021"/>
                                          </p:val>
                                        </p:tav>
                                        <p:tav tm="29210">
                                          <p:val>
                                            <p:fltVal val="1.0002"/>
                                          </p:val>
                                        </p:tav>
                                        <p:tav tm="30340">
                                          <p:val>
                                            <p:fltVal val="1"/>
                                          </p:val>
                                        </p:tav>
                                        <p:tav tm="31460">
                                          <p:val>
                                            <p:fltVal val="1"/>
                                          </p:val>
                                        </p:tav>
                                        <p:tav tm="32580">
                                          <p:val>
                                            <p:fltVal val="1"/>
                                          </p:val>
                                        </p:tav>
                                        <p:tav tm="33710">
                                          <p:val>
                                            <p:fltVal val="1"/>
                                          </p:val>
                                        </p:tav>
                                        <p:tav tm="34830">
                                          <p:val>
                                            <p:fltVal val="1"/>
                                          </p:val>
                                        </p:tav>
                                        <p:tav tm="35960">
                                          <p:val>
                                            <p:fltVal val="1"/>
                                          </p:val>
                                        </p:tav>
                                        <p:tav tm="37080">
                                          <p:val>
                                            <p:fltVal val="1"/>
                                          </p:val>
                                        </p:tav>
                                        <p:tav tm="38200">
                                          <p:val>
                                            <p:fltVal val="1"/>
                                          </p:val>
                                        </p:tav>
                                        <p:tav tm="39330">
                                          <p:val>
                                            <p:fltVal val="1"/>
                                          </p:val>
                                        </p:tav>
                                        <p:tav tm="40450">
                                          <p:val>
                                            <p:fltVal val="1"/>
                                          </p:val>
                                        </p:tav>
                                        <p:tav tm="41570">
                                          <p:val>
                                            <p:fltVal val="1"/>
                                          </p:val>
                                        </p:tav>
                                        <p:tav tm="42700">
                                          <p:val>
                                            <p:fltVal val="1"/>
                                          </p:val>
                                        </p:tav>
                                        <p:tav tm="43820">
                                          <p:val>
                                            <p:fltVal val="1"/>
                                          </p:val>
                                        </p:tav>
                                        <p:tav tm="44940">
                                          <p:val>
                                            <p:fltVal val="1"/>
                                          </p:val>
                                        </p:tav>
                                        <p:tav tm="46070">
                                          <p:val>
                                            <p:fltVal val="1"/>
                                          </p:val>
                                        </p:tav>
                                        <p:tav tm="47190">
                                          <p:val>
                                            <p:fltVal val="1"/>
                                          </p:val>
                                        </p:tav>
                                        <p:tav tm="48310">
                                          <p:val>
                                            <p:fltVal val="1"/>
                                          </p:val>
                                        </p:tav>
                                        <p:tav tm="49440">
                                          <p:val>
                                            <p:fltVal val="1"/>
                                          </p:val>
                                        </p:tav>
                                        <p:tav tm="50560">
                                          <p:val>
                                            <p:fltVal val="1"/>
                                          </p:val>
                                        </p:tav>
                                        <p:tav tm="51690">
                                          <p:val>
                                            <p:fltVal val="1"/>
                                          </p:val>
                                        </p:tav>
                                        <p:tav tm="52810">
                                          <p:val>
                                            <p:fltVal val="1"/>
                                          </p:val>
                                        </p:tav>
                                        <p:tav tm="53930">
                                          <p:val>
                                            <p:fltVal val="1"/>
                                          </p:val>
                                        </p:tav>
                                        <p:tav tm="55060">
                                          <p:val>
                                            <p:fltVal val="1"/>
                                          </p:val>
                                        </p:tav>
                                        <p:tav tm="56180">
                                          <p:val>
                                            <p:fltVal val="1"/>
                                          </p:val>
                                        </p:tav>
                                        <p:tav tm="57300">
                                          <p:val>
                                            <p:fltVal val="1"/>
                                          </p:val>
                                        </p:tav>
                                        <p:tav tm="58430">
                                          <p:val>
                                            <p:fltVal val="1"/>
                                          </p:val>
                                        </p:tav>
                                        <p:tav tm="59550">
                                          <p:val>
                                            <p:fltVal val="1"/>
                                          </p:val>
                                        </p:tav>
                                        <p:tav tm="60670">
                                          <p:val>
                                            <p:fltVal val="1"/>
                                          </p:val>
                                        </p:tav>
                                        <p:tav tm="61800">
                                          <p:val>
                                            <p:fltVal val="1"/>
                                          </p:val>
                                        </p:tav>
                                        <p:tav tm="62920">
                                          <p:val>
                                            <p:fltVal val="1"/>
                                          </p:val>
                                        </p:tav>
                                        <p:tav tm="64040">
                                          <p:val>
                                            <p:fltVal val="1"/>
                                          </p:val>
                                        </p:tav>
                                        <p:tav tm="65170">
                                          <p:val>
                                            <p:fltVal val="1"/>
                                          </p:val>
                                        </p:tav>
                                        <p:tav tm="66290">
                                          <p:val>
                                            <p:fltVal val="1"/>
                                          </p:val>
                                        </p:tav>
                                        <p:tav tm="67420">
                                          <p:val>
                                            <p:fltVal val="1"/>
                                          </p:val>
                                        </p:tav>
                                        <p:tav tm="68540">
                                          <p:val>
                                            <p:fltVal val="1.0006"/>
                                          </p:val>
                                        </p:tav>
                                        <p:tav tm="69660">
                                          <p:val>
                                            <p:fltVal val="1.0024"/>
                                          </p:val>
                                        </p:tav>
                                        <p:tav tm="70790">
                                          <p:val>
                                            <p:fltVal val="1.006"/>
                                          </p:val>
                                        </p:tav>
                                        <p:tav tm="71910">
                                          <p:val>
                                            <p:fltVal val="1.0121"/>
                                          </p:val>
                                        </p:tav>
                                        <p:tav tm="73030">
                                          <p:val>
                                            <p:fltVal val="1.0213"/>
                                          </p:val>
                                        </p:tav>
                                        <p:tav tm="74160">
                                          <p:val>
                                            <p:fltVal val="1.0331"/>
                                          </p:val>
                                        </p:tav>
                                        <p:tav tm="75280">
                                          <p:val>
                                            <p:fltVal val="1.0422"/>
                                          </p:val>
                                        </p:tav>
                                        <p:tav tm="76400">
                                          <p:val>
                                            <p:fltVal val="1.0482"/>
                                          </p:val>
                                        </p:tav>
                                        <p:tav tm="77530">
                                          <p:val>
                                            <p:fltVal val="1.0516"/>
                                          </p:val>
                                        </p:tav>
                                        <p:tav tm="78650">
                                          <p:val>
                                            <p:fltVal val="1.0534"/>
                                          </p:val>
                                        </p:tav>
                                        <p:tav tm="79780">
                                          <p:val>
                                            <p:fltVal val="1.0539"/>
                                          </p:val>
                                        </p:tav>
                                        <p:tav tm="80900">
                                          <p:val>
                                            <p:fltVal val="1.0539"/>
                                          </p:val>
                                        </p:tav>
                                        <p:tav tm="82020">
                                          <p:val>
                                            <p:fltVal val="1.0534"/>
                                          </p:val>
                                        </p:tav>
                                        <p:tav tm="83150">
                                          <p:val>
                                            <p:fltVal val="1.0506"/>
                                          </p:val>
                                        </p:tav>
                                        <p:tav tm="84270">
                                          <p:val>
                                            <p:fltVal val="1.0439"/>
                                          </p:val>
                                        </p:tav>
                                        <p:tav tm="85390">
                                          <p:val>
                                            <p:fltVal val="1.0312"/>
                                          </p:val>
                                        </p:tav>
                                        <p:tav tm="86520">
                                          <p:val>
                                            <p:fltVal val="1.0156"/>
                                          </p:val>
                                        </p:tav>
                                        <p:tav tm="87640">
                                          <p:val>
                                            <p:fltVal val="1.0061"/>
                                          </p:val>
                                        </p:tav>
                                        <p:tav tm="88760">
                                          <p:val>
                                            <p:fltVal val="1.0015"/>
                                          </p:val>
                                        </p:tav>
                                        <p:tav tm="89890">
                                          <p:val>
                                            <p:fltVal val="1.0001"/>
                                          </p:val>
                                        </p:tav>
                                        <p:tav tm="91010">
                                          <p:val>
                                            <p:fltVal val="1"/>
                                          </p:val>
                                        </p:tav>
                                        <p:tav tm="92130">
                                          <p:val>
                                            <p:fltVal val="1"/>
                                          </p:val>
                                        </p:tav>
                                        <p:tav tm="93260">
                                          <p:val>
                                            <p:fltVal val="1"/>
                                          </p:val>
                                        </p:tav>
                                        <p:tav tm="94380">
                                          <p:val>
                                            <p:fltVal val="1"/>
                                          </p:val>
                                        </p:tav>
                                        <p:tav tm="95510">
                                          <p:val>
                                            <p:fltVal val="1"/>
                                          </p:val>
                                        </p:tav>
                                        <p:tav tm="96630">
                                          <p:val>
                                            <p:fltVal val="1"/>
                                          </p:val>
                                        </p:tav>
                                        <p:tav tm="97750">
                                          <p:val>
                                            <p:fltVal val="1"/>
                                          </p:val>
                                        </p:tav>
                                        <p:tav tm="98880">
                                          <p:val>
                                            <p:fltVal val="1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mult">
                                        <p:cTn id="9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3d.object.scale.y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1"/>
                                          </p:val>
                                        </p:tav>
                                        <p:tav tm="1120">
                                          <p:val>
                                            <p:fltVal val="0.9999"/>
                                          </p:val>
                                        </p:tav>
                                        <p:tav tm="2250">
                                          <p:val>
                                            <p:fltVal val="0.9994"/>
                                          </p:val>
                                        </p:tav>
                                        <p:tav tm="3370">
                                          <p:val>
                                            <p:fltVal val="0.9981"/>
                                          </p:val>
                                        </p:tav>
                                        <p:tav tm="4490">
                                          <p:val>
                                            <p:fltVal val="0.9955"/>
                                          </p:val>
                                        </p:tav>
                                        <p:tav tm="5620">
                                          <p:val>
                                            <p:fltVal val="0.9913"/>
                                          </p:val>
                                        </p:tav>
                                        <p:tav tm="6740">
                                          <p:val>
                                            <p:fltVal val="0.985"/>
                                          </p:val>
                                        </p:tav>
                                        <p:tav tm="7870">
                                          <p:val>
                                            <p:fltVal val="0.9763"/>
                                          </p:val>
                                        </p:tav>
                                        <p:tav tm="8990">
                                          <p:val>
                                            <p:fltVal val="0.9646"/>
                                          </p:val>
                                        </p:tav>
                                        <p:tav tm="10110">
                                          <p:val>
                                            <p:fltVal val="0.9497"/>
                                          </p:val>
                                        </p:tav>
                                        <p:tav tm="11240">
                                          <p:val>
                                            <p:fltVal val="0.9348"/>
                                          </p:val>
                                        </p:tav>
                                        <p:tav tm="12360">
                                          <p:val>
                                            <p:fltVal val="0.9232"/>
                                          </p:val>
                                        </p:tav>
                                        <p:tav tm="13480">
                                          <p:val>
                                            <p:fltVal val="0.9146"/>
                                          </p:val>
                                        </p:tav>
                                        <p:tav tm="14610">
                                          <p:val>
                                            <p:fltVal val="0.9084"/>
                                          </p:val>
                                        </p:tav>
                                        <p:tav tm="15730">
                                          <p:val>
                                            <p:fltVal val="0.9042"/>
                                          </p:val>
                                        </p:tav>
                                        <p:tav tm="16850">
                                          <p:val>
                                            <p:fltVal val="0.9017"/>
                                          </p:val>
                                        </p:tav>
                                        <p:tav tm="17980">
                                          <p:val>
                                            <p:fltVal val="0.9005"/>
                                          </p:val>
                                        </p:tav>
                                        <p:tav tm="19100">
                                          <p:val>
                                            <p:fltVal val="0.9"/>
                                          </p:val>
                                        </p:tav>
                                        <p:tav tm="20220">
                                          <p:val>
                                            <p:fltVal val="0.8999"/>
                                          </p:val>
                                        </p:tav>
                                        <p:tav tm="21350">
                                          <p:val>
                                            <p:fltVal val="0.9006"/>
                                          </p:val>
                                        </p:tav>
                                        <p:tav tm="22470">
                                          <p:val>
                                            <p:fltVal val="0.9046"/>
                                          </p:val>
                                        </p:tav>
                                        <p:tav tm="23600">
                                          <p:val>
                                            <p:fltVal val="0.9153"/>
                                          </p:val>
                                        </p:tav>
                                        <p:tav tm="24720">
                                          <p:val>
                                            <p:fltVal val="0.9362"/>
                                          </p:val>
                                        </p:tav>
                                        <p:tav tm="25840">
                                          <p:val>
                                            <p:fltVal val="0.9659"/>
                                          </p:val>
                                        </p:tav>
                                        <p:tav tm="26970">
                                          <p:val>
                                            <p:fltVal val="0.9858"/>
                                          </p:val>
                                        </p:tav>
                                        <p:tav tm="28090">
                                          <p:val>
                                            <p:fltVal val="0.9959"/>
                                          </p:val>
                                        </p:tav>
                                        <p:tav tm="29210">
                                          <p:val>
                                            <p:fltVal val="0.9995"/>
                                          </p:val>
                                        </p:tav>
                                        <p:tav tm="30340">
                                          <p:val>
                                            <p:fltVal val="1"/>
                                          </p:val>
                                        </p:tav>
                                        <p:tav tm="31460">
                                          <p:val>
                                            <p:fltVal val="1"/>
                                          </p:val>
                                        </p:tav>
                                        <p:tav tm="32580">
                                          <p:val>
                                            <p:fltVal val="1"/>
                                          </p:val>
                                        </p:tav>
                                        <p:tav tm="33710">
                                          <p:val>
                                            <p:fltVal val="1"/>
                                          </p:val>
                                        </p:tav>
                                        <p:tav tm="34830">
                                          <p:val>
                                            <p:fltVal val="1"/>
                                          </p:val>
                                        </p:tav>
                                        <p:tav tm="35960">
                                          <p:val>
                                            <p:fltVal val="1"/>
                                          </p:val>
                                        </p:tav>
                                        <p:tav tm="37080">
                                          <p:val>
                                            <p:fltVal val="1"/>
                                          </p:val>
                                        </p:tav>
                                        <p:tav tm="38200">
                                          <p:val>
                                            <p:fltVal val="1"/>
                                          </p:val>
                                        </p:tav>
                                        <p:tav tm="39330">
                                          <p:val>
                                            <p:fltVal val="1"/>
                                          </p:val>
                                        </p:tav>
                                        <p:tav tm="40450">
                                          <p:val>
                                            <p:fltVal val="1"/>
                                          </p:val>
                                        </p:tav>
                                        <p:tav tm="41570">
                                          <p:val>
                                            <p:fltVal val="1"/>
                                          </p:val>
                                        </p:tav>
                                        <p:tav tm="42700">
                                          <p:val>
                                            <p:fltVal val="1"/>
                                          </p:val>
                                        </p:tav>
                                        <p:tav tm="43820">
                                          <p:val>
                                            <p:fltVal val="1"/>
                                          </p:val>
                                        </p:tav>
                                        <p:tav tm="44940">
                                          <p:val>
                                            <p:fltVal val="1"/>
                                          </p:val>
                                        </p:tav>
                                        <p:tav tm="46070">
                                          <p:val>
                                            <p:fltVal val="1"/>
                                          </p:val>
                                        </p:tav>
                                        <p:tav tm="47190">
                                          <p:val>
                                            <p:fltVal val="1"/>
                                          </p:val>
                                        </p:tav>
                                        <p:tav tm="48310">
                                          <p:val>
                                            <p:fltVal val="1"/>
                                          </p:val>
                                        </p:tav>
                                        <p:tav tm="49440">
                                          <p:val>
                                            <p:fltVal val="1"/>
                                          </p:val>
                                        </p:tav>
                                        <p:tav tm="50560">
                                          <p:val>
                                            <p:fltVal val="1"/>
                                          </p:val>
                                        </p:tav>
                                        <p:tav tm="51690">
                                          <p:val>
                                            <p:fltVal val="1"/>
                                          </p:val>
                                        </p:tav>
                                        <p:tav tm="52810">
                                          <p:val>
                                            <p:fltVal val="1"/>
                                          </p:val>
                                        </p:tav>
                                        <p:tav tm="53930">
                                          <p:val>
                                            <p:fltVal val="1"/>
                                          </p:val>
                                        </p:tav>
                                        <p:tav tm="55060">
                                          <p:val>
                                            <p:fltVal val="1"/>
                                          </p:val>
                                        </p:tav>
                                        <p:tav tm="56180">
                                          <p:val>
                                            <p:fltVal val="1"/>
                                          </p:val>
                                        </p:tav>
                                        <p:tav tm="57300">
                                          <p:val>
                                            <p:fltVal val="1"/>
                                          </p:val>
                                        </p:tav>
                                        <p:tav tm="58430">
                                          <p:val>
                                            <p:fltVal val="1"/>
                                          </p:val>
                                        </p:tav>
                                        <p:tav tm="59550">
                                          <p:val>
                                            <p:fltVal val="1"/>
                                          </p:val>
                                        </p:tav>
                                        <p:tav tm="60670">
                                          <p:val>
                                            <p:fltVal val="1"/>
                                          </p:val>
                                        </p:tav>
                                        <p:tav tm="61800">
                                          <p:val>
                                            <p:fltVal val="1"/>
                                          </p:val>
                                        </p:tav>
                                        <p:tav tm="62920">
                                          <p:val>
                                            <p:fltVal val="1"/>
                                          </p:val>
                                        </p:tav>
                                        <p:tav tm="64040">
                                          <p:val>
                                            <p:fltVal val="1"/>
                                          </p:val>
                                        </p:tav>
                                        <p:tav tm="65170">
                                          <p:val>
                                            <p:fltVal val="1"/>
                                          </p:val>
                                        </p:tav>
                                        <p:tav tm="66290">
                                          <p:val>
                                            <p:fltVal val="1"/>
                                          </p:val>
                                        </p:tav>
                                        <p:tav tm="67420">
                                          <p:val>
                                            <p:fltVal val="0.9998"/>
                                          </p:val>
                                        </p:tav>
                                        <p:tav tm="68540">
                                          <p:val>
                                            <p:fltVal val="0.9987"/>
                                          </p:val>
                                        </p:tav>
                                        <p:tav tm="69660">
                                          <p:val>
                                            <p:fltVal val="0.9955"/>
                                          </p:val>
                                        </p:tav>
                                        <p:tav tm="70790">
                                          <p:val>
                                            <p:fltVal val="0.9888"/>
                                          </p:val>
                                        </p:tav>
                                        <p:tav tm="71910">
                                          <p:val>
                                            <p:fltVal val="0.9775"/>
                                          </p:val>
                                        </p:tav>
                                        <p:tav tm="73030">
                                          <p:val>
                                            <p:fltVal val="0.9605"/>
                                          </p:val>
                                        </p:tav>
                                        <p:tav tm="74160">
                                          <p:val>
                                            <p:fltVal val="0.9385"/>
                                          </p:val>
                                        </p:tav>
                                        <p:tav tm="75280">
                                          <p:val>
                                            <p:fltVal val="0.9217"/>
                                          </p:val>
                                        </p:tav>
                                        <p:tav tm="76400">
                                          <p:val>
                                            <p:fltVal val="0.9107"/>
                                          </p:val>
                                        </p:tav>
                                        <p:tav tm="77530">
                                          <p:val>
                                            <p:fltVal val="0.9042"/>
                                          </p:val>
                                        </p:tav>
                                        <p:tav tm="78650">
                                          <p:val>
                                            <p:fltVal val="0.901"/>
                                          </p:val>
                                        </p:tav>
                                        <p:tav tm="79780">
                                          <p:val>
                                            <p:fltVal val="0.9"/>
                                          </p:val>
                                        </p:tav>
                                        <p:tav tm="80900">
                                          <p:val>
                                            <p:fltVal val="0.9"/>
                                          </p:val>
                                        </p:tav>
                                        <p:tav tm="82020">
                                          <p:val>
                                            <p:fltVal val="0.901"/>
                                          </p:val>
                                        </p:tav>
                                        <p:tav tm="83150">
                                          <p:val>
                                            <p:fltVal val="0.9061"/>
                                          </p:val>
                                        </p:tav>
                                        <p:tav tm="84270">
                                          <p:val>
                                            <p:fltVal val="0.9186"/>
                                          </p:val>
                                        </p:tav>
                                        <p:tav tm="85390">
                                          <p:val>
                                            <p:fltVal val="0.942"/>
                                          </p:val>
                                        </p:tav>
                                        <p:tav tm="86520">
                                          <p:val>
                                            <p:fltVal val="0.9709"/>
                                          </p:val>
                                        </p:tav>
                                        <p:tav tm="87640">
                                          <p:val>
                                            <p:fltVal val="0.9885"/>
                                          </p:val>
                                        </p:tav>
                                        <p:tav tm="88760">
                                          <p:val>
                                            <p:fltVal val="0.997"/>
                                          </p:val>
                                        </p:tav>
                                        <p:tav tm="89890">
                                          <p:val>
                                            <p:fltVal val="0.9997"/>
                                          </p:val>
                                        </p:tav>
                                        <p:tav tm="91010">
                                          <p:val>
                                            <p:fltVal val="1"/>
                                          </p:val>
                                        </p:tav>
                                        <p:tav tm="92130">
                                          <p:val>
                                            <p:fltVal val="1"/>
                                          </p:val>
                                        </p:tav>
                                        <p:tav tm="93260">
                                          <p:val>
                                            <p:fltVal val="1"/>
                                          </p:val>
                                        </p:tav>
                                        <p:tav tm="94380">
                                          <p:val>
                                            <p:fltVal val="1"/>
                                          </p:val>
                                        </p:tav>
                                        <p:tav tm="95510">
                                          <p:val>
                                            <p:fltVal val="1"/>
                                          </p:val>
                                        </p:tav>
                                        <p:tav tm="96630">
                                          <p:val>
                                            <p:fltVal val="1"/>
                                          </p:val>
                                        </p:tav>
                                        <p:tav tm="97750">
                                          <p:val>
                                            <p:fltVal val="1"/>
                                          </p:val>
                                        </p:tav>
                                        <p:tav tm="98880">
                                          <p:val>
                                            <p:fltVal val="1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mult">
                                        <p:cTn id="10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3d.object.scale.z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1"/>
                                          </p:val>
                                        </p:tav>
                                        <p:tav tm="1120">
                                          <p:val>
                                            <p:fltVal val="1"/>
                                          </p:val>
                                        </p:tav>
                                        <p:tav tm="2250">
                                          <p:val>
                                            <p:fltVal val="1.0002"/>
                                          </p:val>
                                        </p:tav>
                                        <p:tav tm="3370">
                                          <p:val>
                                            <p:fltVal val="1.0009"/>
                                          </p:val>
                                        </p:tav>
                                        <p:tav tm="4490">
                                          <p:val>
                                            <p:fltVal val="1.0023"/>
                                          </p:val>
                                        </p:tav>
                                        <p:tav tm="5620">
                                          <p:val>
                                            <p:fltVal val="1.0046"/>
                                          </p:val>
                                        </p:tav>
                                        <p:tav tm="6740">
                                          <p:val>
                                            <p:fltVal val="1.008"/>
                                          </p:val>
                                        </p:tav>
                                        <p:tav tm="7870">
                                          <p:val>
                                            <p:fltVal val="1.0127"/>
                                          </p:val>
                                        </p:tav>
                                        <p:tav tm="8990">
                                          <p:val>
                                            <p:fltVal val="1.019"/>
                                          </p:val>
                                        </p:tav>
                                        <p:tav tm="10110">
                                          <p:val>
                                            <p:fltVal val="1.0271"/>
                                          </p:val>
                                        </p:tav>
                                        <p:tav tm="11240">
                                          <p:val>
                                            <p:fltVal val="1.0351"/>
                                          </p:val>
                                        </p:tav>
                                        <p:tav tm="12360">
                                          <p:val>
                                            <p:fltVal val="1.0414"/>
                                          </p:val>
                                        </p:tav>
                                        <p:tav tm="13480">
                                          <p:val>
                                            <p:fltVal val="1.046"/>
                                          </p:val>
                                        </p:tav>
                                        <p:tav tm="14610">
                                          <p:val>
                                            <p:fltVal val="1.0494"/>
                                          </p:val>
                                        </p:tav>
                                        <p:tav tm="15730">
                                          <p:val>
                                            <p:fltVal val="1.0516"/>
                                          </p:val>
                                        </p:tav>
                                        <p:tav tm="16850">
                                          <p:val>
                                            <p:fltVal val="1.053"/>
                                          </p:val>
                                        </p:tav>
                                        <p:tav tm="17980">
                                          <p:val>
                                            <p:fltVal val="1.0537"/>
                                          </p:val>
                                        </p:tav>
                                        <p:tav tm="19100">
                                          <p:val>
                                            <p:fltVal val="1.0539"/>
                                          </p:val>
                                        </p:tav>
                                        <p:tav tm="20220">
                                          <p:val>
                                            <p:fltVal val="1.054"/>
                                          </p:val>
                                        </p:tav>
                                        <p:tav tm="21350">
                                          <p:val>
                                            <p:fltVal val="1.0536"/>
                                          </p:val>
                                        </p:tav>
                                        <p:tav tm="22470">
                                          <p:val>
                                            <p:fltVal val="1.0515"/>
                                          </p:val>
                                        </p:tav>
                                        <p:tav tm="23600">
                                          <p:val>
                                            <p:fltVal val="1.0457"/>
                                          </p:val>
                                        </p:tav>
                                        <p:tav tm="24720">
                                          <p:val>
                                            <p:fltVal val="1.0344"/>
                                          </p:val>
                                        </p:tav>
                                        <p:tav tm="25840">
                                          <p:val>
                                            <p:fltVal val="1.0183"/>
                                          </p:val>
                                        </p:tav>
                                        <p:tav tm="26970">
                                          <p:val>
                                            <p:fltVal val="1.0076"/>
                                          </p:val>
                                        </p:tav>
                                        <p:tav tm="28090">
                                          <p:val>
                                            <p:fltVal val="1.0021"/>
                                          </p:val>
                                        </p:tav>
                                        <p:tav tm="29210">
                                          <p:val>
                                            <p:fltVal val="1.0002"/>
                                          </p:val>
                                        </p:tav>
                                        <p:tav tm="30340">
                                          <p:val>
                                            <p:fltVal val="1"/>
                                          </p:val>
                                        </p:tav>
                                        <p:tav tm="31460">
                                          <p:val>
                                            <p:fltVal val="1"/>
                                          </p:val>
                                        </p:tav>
                                        <p:tav tm="32580">
                                          <p:val>
                                            <p:fltVal val="1"/>
                                          </p:val>
                                        </p:tav>
                                        <p:tav tm="33710">
                                          <p:val>
                                            <p:fltVal val="1"/>
                                          </p:val>
                                        </p:tav>
                                        <p:tav tm="34830">
                                          <p:val>
                                            <p:fltVal val="1"/>
                                          </p:val>
                                        </p:tav>
                                        <p:tav tm="35960">
                                          <p:val>
                                            <p:fltVal val="1"/>
                                          </p:val>
                                        </p:tav>
                                        <p:tav tm="37080">
                                          <p:val>
                                            <p:fltVal val="1"/>
                                          </p:val>
                                        </p:tav>
                                        <p:tav tm="38200">
                                          <p:val>
                                            <p:fltVal val="1"/>
                                          </p:val>
                                        </p:tav>
                                        <p:tav tm="39330">
                                          <p:val>
                                            <p:fltVal val="1"/>
                                          </p:val>
                                        </p:tav>
                                        <p:tav tm="40450">
                                          <p:val>
                                            <p:fltVal val="1"/>
                                          </p:val>
                                        </p:tav>
                                        <p:tav tm="41570">
                                          <p:val>
                                            <p:fltVal val="1"/>
                                          </p:val>
                                        </p:tav>
                                        <p:tav tm="42700">
                                          <p:val>
                                            <p:fltVal val="1"/>
                                          </p:val>
                                        </p:tav>
                                        <p:tav tm="43820">
                                          <p:val>
                                            <p:fltVal val="1"/>
                                          </p:val>
                                        </p:tav>
                                        <p:tav tm="44940">
                                          <p:val>
                                            <p:fltVal val="1"/>
                                          </p:val>
                                        </p:tav>
                                        <p:tav tm="46070">
                                          <p:val>
                                            <p:fltVal val="1"/>
                                          </p:val>
                                        </p:tav>
                                        <p:tav tm="47190">
                                          <p:val>
                                            <p:fltVal val="1"/>
                                          </p:val>
                                        </p:tav>
                                        <p:tav tm="48310">
                                          <p:val>
                                            <p:fltVal val="1"/>
                                          </p:val>
                                        </p:tav>
                                        <p:tav tm="49440">
                                          <p:val>
                                            <p:fltVal val="1"/>
                                          </p:val>
                                        </p:tav>
                                        <p:tav tm="50560">
                                          <p:val>
                                            <p:fltVal val="1"/>
                                          </p:val>
                                        </p:tav>
                                        <p:tav tm="51690">
                                          <p:val>
                                            <p:fltVal val="1"/>
                                          </p:val>
                                        </p:tav>
                                        <p:tav tm="52810">
                                          <p:val>
                                            <p:fltVal val="1"/>
                                          </p:val>
                                        </p:tav>
                                        <p:tav tm="53930">
                                          <p:val>
                                            <p:fltVal val="1"/>
                                          </p:val>
                                        </p:tav>
                                        <p:tav tm="55060">
                                          <p:val>
                                            <p:fltVal val="1"/>
                                          </p:val>
                                        </p:tav>
                                        <p:tav tm="56180">
                                          <p:val>
                                            <p:fltVal val="1"/>
                                          </p:val>
                                        </p:tav>
                                        <p:tav tm="57300">
                                          <p:val>
                                            <p:fltVal val="1"/>
                                          </p:val>
                                        </p:tav>
                                        <p:tav tm="58430">
                                          <p:val>
                                            <p:fltVal val="1"/>
                                          </p:val>
                                        </p:tav>
                                        <p:tav tm="59550">
                                          <p:val>
                                            <p:fltVal val="1"/>
                                          </p:val>
                                        </p:tav>
                                        <p:tav tm="60670">
                                          <p:val>
                                            <p:fltVal val="1"/>
                                          </p:val>
                                        </p:tav>
                                        <p:tav tm="61800">
                                          <p:val>
                                            <p:fltVal val="1"/>
                                          </p:val>
                                        </p:tav>
                                        <p:tav tm="62920">
                                          <p:val>
                                            <p:fltVal val="1"/>
                                          </p:val>
                                        </p:tav>
                                        <p:tav tm="64040">
                                          <p:val>
                                            <p:fltVal val="1"/>
                                          </p:val>
                                        </p:tav>
                                        <p:tav tm="65170">
                                          <p:val>
                                            <p:fltVal val="1"/>
                                          </p:val>
                                        </p:tav>
                                        <p:tav tm="66290">
                                          <p:val>
                                            <p:fltVal val="1"/>
                                          </p:val>
                                        </p:tav>
                                        <p:tav tm="67420">
                                          <p:val>
                                            <p:fltVal val="1"/>
                                          </p:val>
                                        </p:tav>
                                        <p:tav tm="68540">
                                          <p:val>
                                            <p:fltVal val="1.0006"/>
                                          </p:val>
                                        </p:tav>
                                        <p:tav tm="69660">
                                          <p:val>
                                            <p:fltVal val="1.0024"/>
                                          </p:val>
                                        </p:tav>
                                        <p:tav tm="70790">
                                          <p:val>
                                            <p:fltVal val="1.006"/>
                                          </p:val>
                                        </p:tav>
                                        <p:tav tm="71910">
                                          <p:val>
                                            <p:fltVal val="1.0121"/>
                                          </p:val>
                                        </p:tav>
                                        <p:tav tm="73030">
                                          <p:val>
                                            <p:fltVal val="1.0213"/>
                                          </p:val>
                                        </p:tav>
                                        <p:tav tm="74160">
                                          <p:val>
                                            <p:fltVal val="1.0331"/>
                                          </p:val>
                                        </p:tav>
                                        <p:tav tm="75280">
                                          <p:val>
                                            <p:fltVal val="1.0422"/>
                                          </p:val>
                                        </p:tav>
                                        <p:tav tm="76400">
                                          <p:val>
                                            <p:fltVal val="1.0482"/>
                                          </p:val>
                                        </p:tav>
                                        <p:tav tm="77530">
                                          <p:val>
                                            <p:fltVal val="1.0516"/>
                                          </p:val>
                                        </p:tav>
                                        <p:tav tm="78650">
                                          <p:val>
                                            <p:fltVal val="1.0534"/>
                                          </p:val>
                                        </p:tav>
                                        <p:tav tm="79780">
                                          <p:val>
                                            <p:fltVal val="1.0539"/>
                                          </p:val>
                                        </p:tav>
                                        <p:tav tm="80900">
                                          <p:val>
                                            <p:fltVal val="1.0539"/>
                                          </p:val>
                                        </p:tav>
                                        <p:tav tm="82020">
                                          <p:val>
                                            <p:fltVal val="1.0534"/>
                                          </p:val>
                                        </p:tav>
                                        <p:tav tm="83150">
                                          <p:val>
                                            <p:fltVal val="1.0506"/>
                                          </p:val>
                                        </p:tav>
                                        <p:tav tm="84270">
                                          <p:val>
                                            <p:fltVal val="1.0439"/>
                                          </p:val>
                                        </p:tav>
                                        <p:tav tm="85390">
                                          <p:val>
                                            <p:fltVal val="1.0312"/>
                                          </p:val>
                                        </p:tav>
                                        <p:tav tm="86520">
                                          <p:val>
                                            <p:fltVal val="1.0156"/>
                                          </p:val>
                                        </p:tav>
                                        <p:tav tm="87640">
                                          <p:val>
                                            <p:fltVal val="1.0061"/>
                                          </p:val>
                                        </p:tav>
                                        <p:tav tm="88760">
                                          <p:val>
                                            <p:fltVal val="1.0015"/>
                                          </p:val>
                                        </p:tav>
                                        <p:tav tm="89890">
                                          <p:val>
                                            <p:fltVal val="1.0001"/>
                                          </p:val>
                                        </p:tav>
                                        <p:tav tm="91010">
                                          <p:val>
                                            <p:fltVal val="1"/>
                                          </p:val>
                                        </p:tav>
                                        <p:tav tm="92130">
                                          <p:val>
                                            <p:fltVal val="1"/>
                                          </p:val>
                                        </p:tav>
                                        <p:tav tm="93260">
                                          <p:val>
                                            <p:fltVal val="1"/>
                                          </p:val>
                                        </p:tav>
                                        <p:tav tm="94380">
                                          <p:val>
                                            <p:fltVal val="1"/>
                                          </p:val>
                                        </p:tav>
                                        <p:tav tm="95510">
                                          <p:val>
                                            <p:fltVal val="1"/>
                                          </p:val>
                                        </p:tav>
                                        <p:tav tm="96630">
                                          <p:val>
                                            <p:fltVal val="1"/>
                                          </p:val>
                                        </p:tav>
                                        <p:tav tm="97750">
                                          <p:val>
                                            <p:fltVal val="1"/>
                                          </p:val>
                                        </p:tav>
                                        <p:tav tm="98880">
                                          <p:val>
                                            <p:fltVal val="1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0C5553-2BA4-F8E8-8312-02DAF8F2F1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3276" y="0"/>
            <a:ext cx="10131425" cy="1456267"/>
          </a:xfrm>
        </p:spPr>
        <p:txBody>
          <a:bodyPr/>
          <a:lstStyle/>
          <a:p>
            <a:r>
              <a:rPr lang="nl-NL" dirty="0"/>
              <a:t>Schakeling voor waterpompen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85EE906-09F5-BFC2-0D72-C559A46D633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76983" y="1042777"/>
            <a:ext cx="10235205" cy="6125703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3912982-8CEF-AC5F-1F8E-1A2DCE022A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8511" b="89942" l="983" r="99017">
                        <a14:foregroundMark x1="5160" y1="28627" x2="5160" y2="28627"/>
                        <a14:foregroundMark x1="983" y1="36750" x2="983" y2="36750"/>
                        <a14:foregroundMark x1="33907" y1="8511" x2="33907" y2="8511"/>
                        <a14:foregroundMark x1="93120" y1="51257" x2="93120" y2="51257"/>
                        <a14:foregroundMark x1="95086" y1="34236" x2="95086" y2="34236"/>
                        <a14:foregroundMark x1="99017" y1="37331" x2="99017" y2="37331"/>
                        <a14:foregroundMark x1="66339" y1="89555" x2="66339" y2="89555"/>
                        <a14:foregroundMark x1="56265" y1="88588" x2="56265" y2="88588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932212"/>
            <a:ext cx="2268148" cy="288116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142BC3D-A219-CCCF-9749-9F5E1F80023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4167" b="95625" l="8544" r="91772">
                        <a14:foregroundMark x1="51899" y1="14167" x2="51899" y2="14167"/>
                        <a14:foregroundMark x1="56487" y1="4167" x2="56487" y2="4167"/>
                        <a14:foregroundMark x1="48734" y1="79375" x2="48734" y2="79375"/>
                        <a14:foregroundMark x1="48734" y1="84271" x2="48734" y2="84271"/>
                        <a14:foregroundMark x1="49842" y1="95833" x2="49842" y2="95833"/>
                        <a14:foregroundMark x1="63608" y1="76458" x2="63608" y2="76458"/>
                        <a14:foregroundMark x1="63291" y1="82708" x2="63291" y2="82708"/>
                        <a14:foregroundMark x1="63608" y1="48750" x2="63608" y2="48750"/>
                        <a14:foregroundMark x1="62816" y1="48542" x2="62816" y2="48542"/>
                        <a14:foregroundMark x1="63133" y1="51667" x2="63133" y2="51667"/>
                        <a14:foregroundMark x1="62184" y1="51667" x2="62184" y2="51667"/>
                        <a14:foregroundMark x1="62816" y1="43021" x2="62816" y2="43021"/>
                        <a14:foregroundMark x1="62658" y1="45938" x2="62658" y2="45938"/>
                        <a14:foregroundMark x1="64557" y1="76458" x2="64557" y2="76458"/>
                        <a14:foregroundMark x1="63924" y1="81771" x2="63924" y2="81771"/>
                        <a14:foregroundMark x1="63766" y1="81875" x2="63766" y2="81875"/>
                        <a14:foregroundMark x1="63291" y1="81875" x2="63291" y2="81875"/>
                        <a14:foregroundMark x1="64082" y1="82396" x2="63924" y2="83333"/>
                        <a14:foregroundMark x1="63924" y1="82083" x2="64082" y2="87604"/>
                        <a14:foregroundMark x1="63133" y1="80000" x2="63133" y2="80000"/>
                        <a14:foregroundMark x1="63449" y1="80104" x2="63449" y2="80104"/>
                        <a14:foregroundMark x1="63608" y1="81042" x2="63608" y2="80208"/>
                        <a14:foregroundMark x1="91930" y1="86667" x2="91930" y2="86667"/>
                        <a14:foregroundMark x1="34019" y1="78958" x2="34019" y2="78958"/>
                        <a14:foregroundMark x1="34019" y1="83958" x2="34019" y2="83958"/>
                        <a14:foregroundMark x1="8544" y1="87917" x2="8544" y2="87917"/>
                        <a14:backgroundMark x1="7911" y1="88542" x2="7911" y2="8854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263959" y="1042317"/>
            <a:ext cx="1353306" cy="2055655"/>
          </a:xfrm>
          <a:prstGeom prst="rect">
            <a:avLst/>
          </a:prstGeom>
        </p:spPr>
      </p:pic>
      <p:pic>
        <p:nvPicPr>
          <p:cNvPr id="15" name="Picture 14" descr="A switch with a red light&#10;&#10;AI-generated content may be incorrect.">
            <a:extLst>
              <a:ext uri="{FF2B5EF4-FFF2-40B4-BE49-F238E27FC236}">
                <a16:creationId xmlns:a16="http://schemas.microsoft.com/office/drawing/2014/main" id="{3BB5ABA8-CEB5-904A-6B6F-AB6E8B12B56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851" y="858023"/>
            <a:ext cx="2424242" cy="2424242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19655519-82E4-A7C0-1371-FDF7E34D9494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7829" y="4020568"/>
            <a:ext cx="3039748" cy="30397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95931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BD9BB7-97ED-0BB0-C99A-0B098DFBF7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Mosfet</a:t>
            </a:r>
            <a:r>
              <a:rPr lang="nl-NL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208321-D010-23BD-33F2-09486F40B7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623" y="557286"/>
            <a:ext cx="10131425" cy="3649133"/>
          </a:xfrm>
        </p:spPr>
        <p:txBody>
          <a:bodyPr/>
          <a:lstStyle/>
          <a:p>
            <a:r>
              <a:rPr lang="nl-NL" dirty="0"/>
              <a:t>Schakelaar</a:t>
            </a:r>
          </a:p>
        </p:txBody>
      </p:sp>
      <p:pic>
        <p:nvPicPr>
          <p:cNvPr id="4" name="Picture 3" descr="A switch with a red light&#10;&#10;AI-generated content may be incorrect.">
            <a:extLst>
              <a:ext uri="{FF2B5EF4-FFF2-40B4-BE49-F238E27FC236}">
                <a16:creationId xmlns:a16="http://schemas.microsoft.com/office/drawing/2014/main" id="{1FCE8F1F-7774-5171-B64B-9A7E0558878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65069" y="1659038"/>
            <a:ext cx="4226931" cy="4226931"/>
          </a:xfrm>
          <a:prstGeom prst="rect">
            <a:avLst/>
          </a:prstGeom>
        </p:spPr>
      </p:pic>
      <p:pic>
        <p:nvPicPr>
          <p:cNvPr id="8" name="Picture 7" descr="A close-up of a transistor&#10;&#10;AI-generated content may be incorrect.">
            <a:extLst>
              <a:ext uri="{FF2B5EF4-FFF2-40B4-BE49-F238E27FC236}">
                <a16:creationId xmlns:a16="http://schemas.microsoft.com/office/drawing/2014/main" id="{6991C6FC-B3C9-EC57-7F17-FB79B3AD699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45086" y="402167"/>
            <a:ext cx="4508500" cy="45085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D32B345-2CAD-47AC-8C10-961FDF1B73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5933" y="2825030"/>
            <a:ext cx="2559285" cy="306093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117FE23-3B2C-00D7-DC85-FD7F26AFD758}"/>
              </a:ext>
            </a:extLst>
          </p:cNvPr>
          <p:cNvSpPr txBox="1"/>
          <p:nvPr/>
        </p:nvSpPr>
        <p:spPr>
          <a:xfrm>
            <a:off x="3879615" y="5325070"/>
            <a:ext cx="53340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dirty="0"/>
              <a:t>Als beheerder wil ik dat de boerderij zichzelf stabiliseert door water te verplaatsen met pompen, zodat dit duurzaam en </a:t>
            </a:r>
            <a:r>
              <a:rPr lang="nl-NL" dirty="0" err="1"/>
              <a:t>efficient</a:t>
            </a:r>
            <a:r>
              <a:rPr lang="nl-NL" dirty="0"/>
              <a:t> gebeurd. </a:t>
            </a:r>
          </a:p>
        </p:txBody>
      </p:sp>
    </p:spTree>
    <p:extLst>
      <p:ext uri="{BB962C8B-B14F-4D97-AF65-F5344CB8AC3E}">
        <p14:creationId xmlns:p14="http://schemas.microsoft.com/office/powerpoint/2010/main" val="28817804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098AC-B5A0-ADAE-3ED0-CD81C8B824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Hier zijn we nog niet aan toegekomen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1E34C3-F127-C91E-62FA-ABE8206DCA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Het schaalmodel waterdicht maken + uitbreiden -&gt; Schaalmodel iteratie 2</a:t>
            </a:r>
          </a:p>
          <a:p>
            <a:pPr marL="0" indent="0">
              <a:buNone/>
            </a:pPr>
            <a:r>
              <a:rPr lang="nl-NL" dirty="0"/>
              <a:t>	- Andere materialen?</a:t>
            </a:r>
          </a:p>
        </p:txBody>
      </p:sp>
    </p:spTree>
    <p:extLst>
      <p:ext uri="{BB962C8B-B14F-4D97-AF65-F5344CB8AC3E}">
        <p14:creationId xmlns:p14="http://schemas.microsoft.com/office/powerpoint/2010/main" val="28945430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16FE2-8D8C-7F98-35F4-2C37C5FA7F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retrospective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A0D1E5-C72E-270B-6A56-8AB180F6AB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Algemene communicatie</a:t>
            </a:r>
          </a:p>
          <a:p>
            <a:r>
              <a:rPr lang="nl-NL" dirty="0"/>
              <a:t>Budget -&gt; keuze materialen zeer verminderd</a:t>
            </a:r>
            <a:br>
              <a:rPr lang="nl-NL" dirty="0"/>
            </a:b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1888863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0C89E1-D74D-5A9F-57D4-8DA7038326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Volgende Sprint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D64264-81B9-BCB7-DCFB-954A8780EB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Schaalmodel iteratie 2</a:t>
            </a:r>
          </a:p>
          <a:p>
            <a:r>
              <a:rPr lang="nl-NL" dirty="0"/>
              <a:t>Eerste echte tests van complete design</a:t>
            </a:r>
          </a:p>
        </p:txBody>
      </p:sp>
    </p:spTree>
    <p:extLst>
      <p:ext uri="{BB962C8B-B14F-4D97-AF65-F5344CB8AC3E}">
        <p14:creationId xmlns:p14="http://schemas.microsoft.com/office/powerpoint/2010/main" val="17140429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B8C221-29AC-C68A-DE18-FFAB64C299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Vragen?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8CC878-EE76-9B51-B735-FB5D5DFB94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103718938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elestial">
  <a:themeElements>
    <a:clrScheme name="Celestial">
      <a:dk1>
        <a:sysClr val="windowText" lastClr="000000"/>
      </a:dk1>
      <a:lt1>
        <a:sysClr val="window" lastClr="FFFFFF"/>
      </a:lt1>
      <a:dk2>
        <a:srgbClr val="18276C"/>
      </a:dk2>
      <a:lt2>
        <a:srgbClr val="EBEBEB"/>
      </a:lt2>
      <a:accent1>
        <a:srgbClr val="AC3EC1"/>
      </a:accent1>
      <a:accent2>
        <a:srgbClr val="477BD1"/>
      </a:accent2>
      <a:accent3>
        <a:srgbClr val="46B298"/>
      </a:accent3>
      <a:accent4>
        <a:srgbClr val="90BA4C"/>
      </a:accent4>
      <a:accent5>
        <a:srgbClr val="DD9D31"/>
      </a:accent5>
      <a:accent6>
        <a:srgbClr val="E25247"/>
      </a:accent6>
      <a:hlink>
        <a:srgbClr val="C573D2"/>
      </a:hlink>
      <a:folHlink>
        <a:srgbClr val="CCAEE8"/>
      </a:folHlink>
    </a:clrScheme>
    <a:fontScheme name="Celestial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elestial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lumMod val="110000"/>
              </a:schemeClr>
            </a:gs>
            <a:gs pos="100000">
              <a:schemeClr val="phClr">
                <a:tint val="82000"/>
                <a:alpha val="74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00000"/>
              </a:schemeClr>
            </a:gs>
            <a:gs pos="100000">
              <a:schemeClr val="phClr">
                <a:shade val="88000"/>
                <a:lumMod val="88000"/>
              </a:schemeClr>
            </a:gs>
          </a:gsLst>
          <a:lin ang="5400000" scaled="1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5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127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shade val="96000"/>
                <a:hueMod val="100000"/>
                <a:satMod val="180000"/>
                <a:lumMod val="110000"/>
              </a:schemeClr>
            </a:gs>
            <a:gs pos="100000">
              <a:schemeClr val="phClr">
                <a:shade val="96000"/>
                <a:satMod val="160000"/>
                <a:lumMod val="100000"/>
              </a:schemeClr>
            </a:gs>
          </a:gsLst>
          <a:lin ang="4740000" scaled="1"/>
        </a:gradFill>
        <a:blipFill>
          <a:blip xmlns:r="http://schemas.openxmlformats.org/officeDocument/2006/relationships" r:embed="rId1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elestial" id="{C4BB2A3D-0E93-4C5F-B0D2-9D3FCE089CC5}" vid="{42E5908D-19A2-46FD-89FA-638B126129EF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8d5dcd13-9b93-4860-8686-258dec0e23be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D7DB9D69D51D4199EBB83E098F6C13" ma:contentTypeVersion="12" ma:contentTypeDescription="Create a new document." ma:contentTypeScope="" ma:versionID="ceb163bb5f87e201cdc653da3b4d8be7">
  <xsd:schema xmlns:xsd="http://www.w3.org/2001/XMLSchema" xmlns:xs="http://www.w3.org/2001/XMLSchema" xmlns:p="http://schemas.microsoft.com/office/2006/metadata/properties" xmlns:ns3="8d5dcd13-9b93-4860-8686-258dec0e23be" targetNamespace="http://schemas.microsoft.com/office/2006/metadata/properties" ma:root="true" ma:fieldsID="28cc82626ae761b4ac7541494d6f1d1e" ns3:_="">
    <xsd:import namespace="8d5dcd13-9b93-4860-8686-258dec0e23be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_activity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Location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d5dcd13-9b93-4860-8686-258dec0e23be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_activity" ma:index="9" nillable="true" ma:displayName="_activity" ma:hidden="true" ma:internalName="_activity">
      <xsd:simpleType>
        <xsd:restriction base="dms:Note"/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14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8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6BE63DC0-0E79-4D45-AB99-081F8145E24C}">
  <ds:schemaRefs>
    <ds:schemaRef ds:uri="http://purl.org/dc/terms/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schemas.microsoft.com/office/2006/documentManagement/types"/>
    <ds:schemaRef ds:uri="http://www.w3.org/XML/1998/namespace"/>
    <ds:schemaRef ds:uri="8d5dcd13-9b93-4860-8686-258dec0e23be"/>
    <ds:schemaRef ds:uri="http://schemas.microsoft.com/office/2006/metadata/properties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7685628E-9CEE-488E-843E-DA0262089D0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d5dcd13-9b93-4860-8686-258dec0e23b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33D4CFAA-434D-4462-B62D-1E23E4045646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TM03457452[[fn=Celestial]]</Template>
  <TotalTime>145</TotalTime>
  <Words>149</Words>
  <Application>Microsoft Office PowerPoint</Application>
  <PresentationFormat>Breedbeeld</PresentationFormat>
  <Paragraphs>34</Paragraphs>
  <Slides>11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3</vt:i4>
      </vt:variant>
      <vt:variant>
        <vt:lpstr>Thema</vt:lpstr>
      </vt:variant>
      <vt:variant>
        <vt:i4>1</vt:i4>
      </vt:variant>
      <vt:variant>
        <vt:lpstr>Diatitels</vt:lpstr>
      </vt:variant>
      <vt:variant>
        <vt:i4>11</vt:i4>
      </vt:variant>
    </vt:vector>
  </HeadingPairs>
  <TitlesOfParts>
    <vt:vector size="15" baseType="lpstr">
      <vt:lpstr>Arial</vt:lpstr>
      <vt:lpstr>Calibri</vt:lpstr>
      <vt:lpstr>Calibri Light</vt:lpstr>
      <vt:lpstr>Celestial</vt:lpstr>
      <vt:lpstr>Review Sprint 3</vt:lpstr>
      <vt:lpstr>Recap</vt:lpstr>
      <vt:lpstr>Inhoud</vt:lpstr>
      <vt:lpstr>Afgelopen Sprint</vt:lpstr>
      <vt:lpstr>Ballasttanks</vt:lpstr>
      <vt:lpstr>Schakeling voor waterpompen</vt:lpstr>
      <vt:lpstr>Mosfet?</vt:lpstr>
      <vt:lpstr>Hier zijn we nog niet aan toegekomen</vt:lpstr>
      <vt:lpstr>retrospective</vt:lpstr>
      <vt:lpstr>Volgende Sprint</vt:lpstr>
      <vt:lpstr>Vragen?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Matthijs t Hart (1095080)</dc:creator>
  <cp:lastModifiedBy>Dax Visser (1110166)</cp:lastModifiedBy>
  <cp:revision>10</cp:revision>
  <dcterms:created xsi:type="dcterms:W3CDTF">2025-09-12T09:06:28Z</dcterms:created>
  <dcterms:modified xsi:type="dcterms:W3CDTF">2025-11-25T11:40:31Z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0x01010079D7DB9D69D51D4199EBB83E098F6C13</vt:lpwstr>
  </property>
</Properties>
</file>