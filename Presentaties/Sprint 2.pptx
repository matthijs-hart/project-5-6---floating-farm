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5" r:id="rId6"/>
    <p:sldId id="257" r:id="rId7"/>
    <p:sldId id="258" r:id="rId8"/>
    <p:sldId id="259" r:id="rId9"/>
    <p:sldId id="267" r:id="rId10"/>
    <p:sldId id="266" r:id="rId11"/>
    <p:sldId id="260" r:id="rId12"/>
    <p:sldId id="261" r:id="rId13"/>
    <p:sldId id="263" r:id="rId14"/>
    <p:sldId id="262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041D84-036D-4C99-9F44-6591B12AF9AD}">
      <dgm:prSet/>
      <dgm:spPr/>
      <dgm:t>
        <a:bodyPr/>
        <a:lstStyle/>
        <a:p>
          <a:r>
            <a:rPr lang="nl-NL" dirty="0"/>
            <a:t>Afgelopen Sprint</a:t>
          </a:r>
          <a:endParaRPr lang="en-US" dirty="0"/>
        </a:p>
      </dgm:t>
    </dgm:pt>
    <dgm:pt modelId="{B322792F-B228-47DD-A19E-4417979C5367}" type="parTrans" cxnId="{44F21DE2-BDCE-46D0-88F6-F0561C284F17}">
      <dgm:prSet/>
      <dgm:spPr/>
      <dgm:t>
        <a:bodyPr/>
        <a:lstStyle/>
        <a:p>
          <a:endParaRPr lang="en-US"/>
        </a:p>
      </dgm:t>
    </dgm:pt>
    <dgm:pt modelId="{FE32F3CE-8862-453C-A83C-E6C4CC10271F}" type="sibTrans" cxnId="{44F21DE2-BDCE-46D0-88F6-F0561C284F17}">
      <dgm:prSet/>
      <dgm:spPr/>
      <dgm:t>
        <a:bodyPr/>
        <a:lstStyle/>
        <a:p>
          <a:endParaRPr lang="en-US"/>
        </a:p>
      </dgm:t>
    </dgm:pt>
    <dgm:pt modelId="{6395127E-9425-4E4D-A825-6DE9888D5708}">
      <dgm:prSet/>
      <dgm:spPr/>
      <dgm:t>
        <a:bodyPr/>
        <a:lstStyle/>
        <a:p>
          <a:r>
            <a:rPr lang="nl-NL"/>
            <a:t>Demo’s</a:t>
          </a:r>
          <a:endParaRPr lang="en-US"/>
        </a:p>
      </dgm:t>
    </dgm:pt>
    <dgm:pt modelId="{D37EE379-4C3E-4BE2-9DBB-37AD4EBEF7A3}" type="parTrans" cxnId="{8BAB5D6A-2E83-4D8D-B5FD-F2F903F4931C}">
      <dgm:prSet/>
      <dgm:spPr/>
      <dgm:t>
        <a:bodyPr/>
        <a:lstStyle/>
        <a:p>
          <a:endParaRPr lang="en-US"/>
        </a:p>
      </dgm:t>
    </dgm:pt>
    <dgm:pt modelId="{4B73D859-E836-4727-B5BB-6E4C2028B132}" type="sibTrans" cxnId="{8BAB5D6A-2E83-4D8D-B5FD-F2F903F4931C}">
      <dgm:prSet/>
      <dgm:spPr/>
      <dgm:t>
        <a:bodyPr/>
        <a:lstStyle/>
        <a:p>
          <a:endParaRPr lang="en-US"/>
        </a:p>
      </dgm:t>
    </dgm:pt>
    <dgm:pt modelId="{4EB9CECA-F548-41EA-8D74-27BCA268BEC8}">
      <dgm:prSet/>
      <dgm:spPr/>
      <dgm:t>
        <a:bodyPr/>
        <a:lstStyle/>
        <a:p>
          <a:r>
            <a:rPr lang="nl-NL"/>
            <a:t>Voortgang user stories</a:t>
          </a:r>
          <a:endParaRPr lang="en-US"/>
        </a:p>
      </dgm:t>
    </dgm:pt>
    <dgm:pt modelId="{263AE03A-BA95-45DB-8675-A7B4F7E0DE4E}" type="parTrans" cxnId="{F5BE37AC-5E91-431D-BCA7-6F16C0D3D7F7}">
      <dgm:prSet/>
      <dgm:spPr/>
      <dgm:t>
        <a:bodyPr/>
        <a:lstStyle/>
        <a:p>
          <a:endParaRPr lang="en-US"/>
        </a:p>
      </dgm:t>
    </dgm:pt>
    <dgm:pt modelId="{7544B1B7-6704-4DD7-BD3A-D91E59E728E3}" type="sibTrans" cxnId="{F5BE37AC-5E91-431D-BCA7-6F16C0D3D7F7}">
      <dgm:prSet/>
      <dgm:spPr/>
      <dgm:t>
        <a:bodyPr/>
        <a:lstStyle/>
        <a:p>
          <a:endParaRPr lang="en-US"/>
        </a:p>
      </dgm:t>
    </dgm:pt>
    <dgm:pt modelId="{B06F7A36-16A3-4FB7-A6F2-5EE5F845E2A0}">
      <dgm:prSet/>
      <dgm:spPr/>
      <dgm:t>
        <a:bodyPr/>
        <a:lstStyle/>
        <a:p>
          <a:r>
            <a:rPr lang="nl-NL" dirty="0"/>
            <a:t>Volgende Sprint</a:t>
          </a:r>
          <a:endParaRPr lang="en-US" dirty="0"/>
        </a:p>
      </dgm:t>
    </dgm:pt>
    <dgm:pt modelId="{460049E4-946F-4E75-B49F-8568321AA4FE}" type="parTrans" cxnId="{67B933A1-0AE5-4C4D-A0B5-EBE0A80A2588}">
      <dgm:prSet/>
      <dgm:spPr/>
      <dgm:t>
        <a:bodyPr/>
        <a:lstStyle/>
        <a:p>
          <a:endParaRPr lang="en-US"/>
        </a:p>
      </dgm:t>
    </dgm:pt>
    <dgm:pt modelId="{E8B0655A-53FC-4E6E-82E3-745952A7FFA9}" type="sibTrans" cxnId="{67B933A1-0AE5-4C4D-A0B5-EBE0A80A2588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 dirty="0" err="1"/>
            <a:t>Retrospective</a:t>
          </a:r>
          <a:endParaRPr lang="en-US" dirty="0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49B59DA5-7B4B-42CE-8046-C2F335250FCC}" type="pres">
      <dgm:prSet presAssocID="{F1041D84-036D-4C99-9F44-6591B12AF9AD}" presName="thickLine" presStyleLbl="alignNode1" presStyleIdx="0" presStyleCnt="5"/>
      <dgm:spPr/>
    </dgm:pt>
    <dgm:pt modelId="{AC131272-9CCE-4D83-8594-92EF6523BC42}" type="pres">
      <dgm:prSet presAssocID="{F1041D84-036D-4C99-9F44-6591B12AF9AD}" presName="horz1" presStyleCnt="0"/>
      <dgm:spPr/>
    </dgm:pt>
    <dgm:pt modelId="{40848A1C-09E6-45A3-B202-2941E4141F6A}" type="pres">
      <dgm:prSet presAssocID="{F1041D84-036D-4C99-9F44-6591B12AF9AD}" presName="tx1" presStyleLbl="revTx" presStyleIdx="0" presStyleCnt="5"/>
      <dgm:spPr/>
    </dgm:pt>
    <dgm:pt modelId="{B86EF985-4AFB-4011-A22D-AA7E0435CDCC}" type="pres">
      <dgm:prSet presAssocID="{F1041D84-036D-4C99-9F44-6591B12AF9AD}" presName="vert1" presStyleCnt="0"/>
      <dgm:spPr/>
    </dgm:pt>
    <dgm:pt modelId="{AFAE369B-725F-4660-958B-1185EC50D468}" type="pres">
      <dgm:prSet presAssocID="{6395127E-9425-4E4D-A825-6DE9888D5708}" presName="thickLine" presStyleLbl="alignNode1" presStyleIdx="1" presStyleCnt="5"/>
      <dgm:spPr/>
    </dgm:pt>
    <dgm:pt modelId="{2D574E48-CF93-48E5-854A-CD970C54B46B}" type="pres">
      <dgm:prSet presAssocID="{6395127E-9425-4E4D-A825-6DE9888D5708}" presName="horz1" presStyleCnt="0"/>
      <dgm:spPr/>
    </dgm:pt>
    <dgm:pt modelId="{9083DD31-3468-419C-9D06-BFAA4284E75C}" type="pres">
      <dgm:prSet presAssocID="{6395127E-9425-4E4D-A825-6DE9888D5708}" presName="tx1" presStyleLbl="revTx" presStyleIdx="1" presStyleCnt="5"/>
      <dgm:spPr/>
    </dgm:pt>
    <dgm:pt modelId="{531F0789-D21E-427C-9B97-D38D20C6D3E3}" type="pres">
      <dgm:prSet presAssocID="{6395127E-9425-4E4D-A825-6DE9888D5708}" presName="vert1" presStyleCnt="0"/>
      <dgm:spPr/>
    </dgm:pt>
    <dgm:pt modelId="{CB7E08E1-7F1A-42DF-9E7C-67B68821F510}" type="pres">
      <dgm:prSet presAssocID="{4EB9CECA-F548-41EA-8D74-27BCA268BEC8}" presName="thickLine" presStyleLbl="alignNode1" presStyleIdx="2" presStyleCnt="5"/>
      <dgm:spPr/>
    </dgm:pt>
    <dgm:pt modelId="{D7DED5B1-C9FB-4F12-AC8D-6573E0522D23}" type="pres">
      <dgm:prSet presAssocID="{4EB9CECA-F548-41EA-8D74-27BCA268BEC8}" presName="horz1" presStyleCnt="0"/>
      <dgm:spPr/>
    </dgm:pt>
    <dgm:pt modelId="{BB4110CE-082E-4CF5-A870-379EADDF9829}" type="pres">
      <dgm:prSet presAssocID="{4EB9CECA-F548-41EA-8D74-27BCA268BEC8}" presName="tx1" presStyleLbl="revTx" presStyleIdx="2" presStyleCnt="5"/>
      <dgm:spPr/>
    </dgm:pt>
    <dgm:pt modelId="{6218ED1B-36BC-4AD8-A79A-8EDBF3181C6D}" type="pres">
      <dgm:prSet presAssocID="{4EB9CECA-F548-41EA-8D74-27BCA268BEC8}" presName="vert1" presStyleCnt="0"/>
      <dgm:spPr/>
    </dgm:pt>
    <dgm:pt modelId="{C35132EF-1B63-49A9-B24F-8D83F6AC78E8}" type="pres">
      <dgm:prSet presAssocID="{B06F7A36-16A3-4FB7-A6F2-5EE5F845E2A0}" presName="thickLine" presStyleLbl="alignNode1" presStyleIdx="3" presStyleCnt="5"/>
      <dgm:spPr/>
    </dgm:pt>
    <dgm:pt modelId="{6F4B6D39-E6D9-4B1B-BCA0-3F469DF9A6B1}" type="pres">
      <dgm:prSet presAssocID="{B06F7A36-16A3-4FB7-A6F2-5EE5F845E2A0}" presName="horz1" presStyleCnt="0"/>
      <dgm:spPr/>
    </dgm:pt>
    <dgm:pt modelId="{DFF207D5-F365-444F-9CC7-E6C594A14B1B}" type="pres">
      <dgm:prSet presAssocID="{B06F7A36-16A3-4FB7-A6F2-5EE5F845E2A0}" presName="tx1" presStyleLbl="revTx" presStyleIdx="3" presStyleCnt="5"/>
      <dgm:spPr/>
    </dgm:pt>
    <dgm:pt modelId="{565CA483-617D-4ED4-8260-249D8684425F}" type="pres">
      <dgm:prSet presAssocID="{B06F7A36-16A3-4FB7-A6F2-5EE5F845E2A0}" presName="vert1" presStyleCnt="0"/>
      <dgm:spPr/>
    </dgm:pt>
    <dgm:pt modelId="{0D5CEFA3-BEB2-479F-997C-27FBFB20ADC6}" type="pres">
      <dgm:prSet presAssocID="{774E9802-F0ED-4251-ACFD-96C2E4BE2B81}" presName="thickLine" presStyleLbl="alignNode1" presStyleIdx="4" presStyleCnt="5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4" presStyleCnt="5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4" destOrd="0" parTransId="{9FA6954E-0BBC-405F-89CC-A8CDC366307F}" sibTransId="{FBBB005E-76D7-4295-A905-DD5C8267DDE3}"/>
    <dgm:cxn modelId="{9FA5F663-1089-49DF-90DE-EFEC76EACA99}" type="presOf" srcId="{F1041D84-036D-4C99-9F44-6591B12AF9AD}" destId="{40848A1C-09E6-45A3-B202-2941E4141F6A}" srcOrd="0" destOrd="0" presId="urn:microsoft.com/office/officeart/2008/layout/LinedList"/>
    <dgm:cxn modelId="{7489E248-1A07-4FAD-88FA-5E066E50E256}" type="presOf" srcId="{6395127E-9425-4E4D-A825-6DE9888D5708}" destId="{9083DD31-3468-419C-9D06-BFAA4284E75C}" srcOrd="0" destOrd="0" presId="urn:microsoft.com/office/officeart/2008/layout/LinedList"/>
    <dgm:cxn modelId="{8BAB5D6A-2E83-4D8D-B5FD-F2F903F4931C}" srcId="{67DA44AA-7B44-4C6A-8E45-1D4360E100E0}" destId="{6395127E-9425-4E4D-A825-6DE9888D5708}" srcOrd="1" destOrd="0" parTransId="{D37EE379-4C3E-4BE2-9DBB-37AD4EBEF7A3}" sibTransId="{4B73D859-E836-4727-B5BB-6E4C2028B132}"/>
    <dgm:cxn modelId="{67B933A1-0AE5-4C4D-A0B5-EBE0A80A2588}" srcId="{67DA44AA-7B44-4C6A-8E45-1D4360E100E0}" destId="{B06F7A36-16A3-4FB7-A6F2-5EE5F845E2A0}" srcOrd="3" destOrd="0" parTransId="{460049E4-946F-4E75-B49F-8568321AA4FE}" sibTransId="{E8B0655A-53FC-4E6E-82E3-745952A7FFA9}"/>
    <dgm:cxn modelId="{F5BE37AC-5E91-431D-BCA7-6F16C0D3D7F7}" srcId="{67DA44AA-7B44-4C6A-8E45-1D4360E100E0}" destId="{4EB9CECA-F548-41EA-8D74-27BCA268BEC8}" srcOrd="2" destOrd="0" parTransId="{263AE03A-BA95-45DB-8675-A7B4F7E0DE4E}" sibTransId="{7544B1B7-6704-4DD7-BD3A-D91E59E728E3}"/>
    <dgm:cxn modelId="{8804CFC0-CFF2-4B99-A5DF-26FDF7D3423C}" type="presOf" srcId="{4EB9CECA-F548-41EA-8D74-27BCA268BEC8}" destId="{BB4110CE-082E-4CF5-A870-379EADDF9829}" srcOrd="0" destOrd="0" presId="urn:microsoft.com/office/officeart/2008/layout/LinedList"/>
    <dgm:cxn modelId="{44F21DE2-BDCE-46D0-88F6-F0561C284F17}" srcId="{67DA44AA-7B44-4C6A-8E45-1D4360E100E0}" destId="{F1041D84-036D-4C99-9F44-6591B12AF9AD}" srcOrd="0" destOrd="0" parTransId="{B322792F-B228-47DD-A19E-4417979C5367}" sibTransId="{FE32F3CE-8862-453C-A83C-E6C4CC10271F}"/>
    <dgm:cxn modelId="{07141FF8-9303-41E4-B4B1-3886EB6533CA}" type="presOf" srcId="{B06F7A36-16A3-4FB7-A6F2-5EE5F845E2A0}" destId="{DFF207D5-F365-444F-9CC7-E6C594A14B1B}" srcOrd="0" destOrd="0" presId="urn:microsoft.com/office/officeart/2008/layout/LinedList"/>
    <dgm:cxn modelId="{7106D1B3-51EF-4C5C-B649-3AFD1F84CBB6}" type="presParOf" srcId="{3864E01A-4732-458C-A7E4-C8D804A0389B}" destId="{49B59DA5-7B4B-42CE-8046-C2F335250FCC}" srcOrd="0" destOrd="0" presId="urn:microsoft.com/office/officeart/2008/layout/LinedList"/>
    <dgm:cxn modelId="{8416D9F0-B519-4DDB-83BC-06A185489F2B}" type="presParOf" srcId="{3864E01A-4732-458C-A7E4-C8D804A0389B}" destId="{AC131272-9CCE-4D83-8594-92EF6523BC42}" srcOrd="1" destOrd="0" presId="urn:microsoft.com/office/officeart/2008/layout/LinedList"/>
    <dgm:cxn modelId="{C5447DE1-7BA9-4B9D-9FCD-F0A500C2CE76}" type="presParOf" srcId="{AC131272-9CCE-4D83-8594-92EF6523BC42}" destId="{40848A1C-09E6-45A3-B202-2941E4141F6A}" srcOrd="0" destOrd="0" presId="urn:microsoft.com/office/officeart/2008/layout/LinedList"/>
    <dgm:cxn modelId="{7F4EA35D-0073-4384-8A48-8C07A473FF31}" type="presParOf" srcId="{AC131272-9CCE-4D83-8594-92EF6523BC42}" destId="{B86EF985-4AFB-4011-A22D-AA7E0435CDCC}" srcOrd="1" destOrd="0" presId="urn:microsoft.com/office/officeart/2008/layout/LinedList"/>
    <dgm:cxn modelId="{92624721-5B7E-4629-B08E-959202D2503E}" type="presParOf" srcId="{3864E01A-4732-458C-A7E4-C8D804A0389B}" destId="{AFAE369B-725F-4660-958B-1185EC50D468}" srcOrd="2" destOrd="0" presId="urn:microsoft.com/office/officeart/2008/layout/LinedList"/>
    <dgm:cxn modelId="{7EEDB6EE-C78C-4ADF-B112-D693E4C0750E}" type="presParOf" srcId="{3864E01A-4732-458C-A7E4-C8D804A0389B}" destId="{2D574E48-CF93-48E5-854A-CD970C54B46B}" srcOrd="3" destOrd="0" presId="urn:microsoft.com/office/officeart/2008/layout/LinedList"/>
    <dgm:cxn modelId="{429CA191-44CF-42B1-B64E-38B99E905818}" type="presParOf" srcId="{2D574E48-CF93-48E5-854A-CD970C54B46B}" destId="{9083DD31-3468-419C-9D06-BFAA4284E75C}" srcOrd="0" destOrd="0" presId="urn:microsoft.com/office/officeart/2008/layout/LinedList"/>
    <dgm:cxn modelId="{3E3B636E-D1C5-4AD4-8443-4EE473CC129E}" type="presParOf" srcId="{2D574E48-CF93-48E5-854A-CD970C54B46B}" destId="{531F0789-D21E-427C-9B97-D38D20C6D3E3}" srcOrd="1" destOrd="0" presId="urn:microsoft.com/office/officeart/2008/layout/LinedList"/>
    <dgm:cxn modelId="{C88A147B-E483-4089-B599-506A69C996C4}" type="presParOf" srcId="{3864E01A-4732-458C-A7E4-C8D804A0389B}" destId="{CB7E08E1-7F1A-42DF-9E7C-67B68821F510}" srcOrd="4" destOrd="0" presId="urn:microsoft.com/office/officeart/2008/layout/LinedList"/>
    <dgm:cxn modelId="{5FA7ECB8-69FE-4D87-B4E5-7B654C99B66D}" type="presParOf" srcId="{3864E01A-4732-458C-A7E4-C8D804A0389B}" destId="{D7DED5B1-C9FB-4F12-AC8D-6573E0522D23}" srcOrd="5" destOrd="0" presId="urn:microsoft.com/office/officeart/2008/layout/LinedList"/>
    <dgm:cxn modelId="{5AB6E121-9BCB-415C-AB98-1113D5F0F0FF}" type="presParOf" srcId="{D7DED5B1-C9FB-4F12-AC8D-6573E0522D23}" destId="{BB4110CE-082E-4CF5-A870-379EADDF9829}" srcOrd="0" destOrd="0" presId="urn:microsoft.com/office/officeart/2008/layout/LinedList"/>
    <dgm:cxn modelId="{D109887D-78D0-4687-ABDD-5926B0A3EB42}" type="presParOf" srcId="{D7DED5B1-C9FB-4F12-AC8D-6573E0522D23}" destId="{6218ED1B-36BC-4AD8-A79A-8EDBF3181C6D}" srcOrd="1" destOrd="0" presId="urn:microsoft.com/office/officeart/2008/layout/LinedList"/>
    <dgm:cxn modelId="{5BE1F15C-C3B8-48B1-8B29-44F7372E5ED4}" type="presParOf" srcId="{3864E01A-4732-458C-A7E4-C8D804A0389B}" destId="{C35132EF-1B63-49A9-B24F-8D83F6AC78E8}" srcOrd="6" destOrd="0" presId="urn:microsoft.com/office/officeart/2008/layout/LinedList"/>
    <dgm:cxn modelId="{21E515BD-F8E8-43FD-949F-17CE09CF3B0B}" type="presParOf" srcId="{3864E01A-4732-458C-A7E4-C8D804A0389B}" destId="{6F4B6D39-E6D9-4B1B-BCA0-3F469DF9A6B1}" srcOrd="7" destOrd="0" presId="urn:microsoft.com/office/officeart/2008/layout/LinedList"/>
    <dgm:cxn modelId="{3A25FA8F-1EBA-47E4-85DB-0A64BAD9AE03}" type="presParOf" srcId="{6F4B6D39-E6D9-4B1B-BCA0-3F469DF9A6B1}" destId="{DFF207D5-F365-444F-9CC7-E6C594A14B1B}" srcOrd="0" destOrd="0" presId="urn:microsoft.com/office/officeart/2008/layout/LinedList"/>
    <dgm:cxn modelId="{91D62EFA-74D5-4A5A-AA2E-C079BE1805B2}" type="presParOf" srcId="{6F4B6D39-E6D9-4B1B-BCA0-3F469DF9A6B1}" destId="{565CA483-617D-4ED4-8260-249D8684425F}" srcOrd="1" destOrd="0" presId="urn:microsoft.com/office/officeart/2008/layout/LinedList"/>
    <dgm:cxn modelId="{54688775-C2CE-476D-8B84-E672752AF200}" type="presParOf" srcId="{3864E01A-4732-458C-A7E4-C8D804A0389B}" destId="{0D5CEFA3-BEB2-479F-997C-27FBFB20ADC6}" srcOrd="8" destOrd="0" presId="urn:microsoft.com/office/officeart/2008/layout/LinedList"/>
    <dgm:cxn modelId="{004B3174-7274-4125-8203-26D2187533CE}" type="presParOf" srcId="{3864E01A-4732-458C-A7E4-C8D804A0389B}" destId="{96BBC346-FA44-4ACD-8AD0-CD5D28783017}" srcOrd="9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59DA5-7B4B-42CE-8046-C2F335250FCC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48A1C-09E6-45A3-B202-2941E4141F6A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 dirty="0"/>
            <a:t>Afgelopen Sprint</a:t>
          </a:r>
          <a:endParaRPr lang="en-US" sz="4200" kern="1200" dirty="0"/>
        </a:p>
      </dsp:txBody>
      <dsp:txXfrm>
        <a:off x="0" y="562"/>
        <a:ext cx="6046132" cy="920948"/>
      </dsp:txXfrm>
    </dsp:sp>
    <dsp:sp modelId="{AFAE369B-725F-4660-958B-1185EC50D468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22719"/>
                <a:satOff val="9703"/>
                <a:lumOff val="-196"/>
                <a:alphaOff val="0"/>
                <a:tint val="96000"/>
                <a:lumMod val="104000"/>
              </a:schemeClr>
            </a:gs>
            <a:gs pos="100000">
              <a:schemeClr val="accent2">
                <a:hueOff val="-122719"/>
                <a:satOff val="9703"/>
                <a:lumOff val="-196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22719"/>
              <a:satOff val="9703"/>
              <a:lumOff val="-196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3DD31-3468-419C-9D06-BFAA4284E75C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Demo’s</a:t>
          </a:r>
          <a:endParaRPr lang="en-US" sz="4200" kern="1200"/>
        </a:p>
      </dsp:txBody>
      <dsp:txXfrm>
        <a:off x="0" y="921510"/>
        <a:ext cx="6046132" cy="920948"/>
      </dsp:txXfrm>
    </dsp:sp>
    <dsp:sp modelId="{CB7E08E1-7F1A-42DF-9E7C-67B68821F510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45438"/>
              <a:satOff val="19406"/>
              <a:lumOff val="-392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4110CE-082E-4CF5-A870-379EADDF9829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Voortgang user stories</a:t>
          </a:r>
          <a:endParaRPr lang="en-US" sz="4200" kern="1200"/>
        </a:p>
      </dsp:txBody>
      <dsp:txXfrm>
        <a:off x="0" y="1842458"/>
        <a:ext cx="6046132" cy="920948"/>
      </dsp:txXfrm>
    </dsp:sp>
    <dsp:sp modelId="{C35132EF-1B63-49A9-B24F-8D83F6AC78E8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68156"/>
                <a:satOff val="29109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-368156"/>
                <a:satOff val="29109"/>
                <a:lumOff val="-588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68156"/>
              <a:satOff val="29109"/>
              <a:lumOff val="-588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207D5-F365-444F-9CC7-E6C594A14B1B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 dirty="0"/>
            <a:t>Volgende Sprint</a:t>
          </a:r>
          <a:endParaRPr lang="en-US" sz="4200" kern="1200" dirty="0"/>
        </a:p>
      </dsp:txBody>
      <dsp:txXfrm>
        <a:off x="0" y="2763407"/>
        <a:ext cx="6046132" cy="920948"/>
      </dsp:txXfrm>
    </dsp:sp>
    <dsp:sp modelId="{0D5CEFA3-BEB2-479F-997C-27FBFB20ADC6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 dirty="0" err="1"/>
            <a:t>Retrospective</a:t>
          </a:r>
          <a:endParaRPr lang="en-US" sz="4200" kern="1200" dirty="0"/>
        </a:p>
      </dsp:txBody>
      <dsp:txXfrm>
        <a:off x="0" y="3684355"/>
        <a:ext cx="6046132" cy="920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446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1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50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259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13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793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103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0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11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18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43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602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0009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659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6866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234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8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917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1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Sprint review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Jamie </a:t>
            </a:r>
            <a:r>
              <a:rPr lang="nl-NL" dirty="0" err="1"/>
              <a:t>Baaij</a:t>
            </a:r>
            <a:r>
              <a:rPr lang="nl-NL" dirty="0"/>
              <a:t>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/>
              <a:t> Farm</a:t>
            </a:r>
          </a:p>
        </p:txBody>
      </p:sp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7615-3D95-9288-3494-F58B3175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F587-718E-8155-3A8F-2D329323E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16211"/>
            <a:ext cx="8676222" cy="722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Floating Farm?</a:t>
            </a:r>
          </a:p>
        </p:txBody>
      </p:sp>
      <p:pic>
        <p:nvPicPr>
          <p:cNvPr id="5" name="Afbeelding 4" descr="Afbeelding met buitenshuis, plant, staal&#10;&#10;Door AI gegenereerde inhoud is mogelijk onjuist.">
            <a:extLst>
              <a:ext uri="{FF2B5EF4-FFF2-40B4-BE49-F238E27FC236}">
                <a16:creationId xmlns:a16="http://schemas.microsoft.com/office/drawing/2014/main" id="{3BE6EB31-DD18-B678-8AFC-57EDDEF3E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7" b="14650"/>
          <a:stretch>
            <a:fillRect/>
          </a:stretch>
        </p:blipFill>
        <p:spPr>
          <a:xfrm>
            <a:off x="20" y="10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43634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Miniatuur pompen onderzoeken</a:t>
            </a:r>
          </a:p>
          <a:p>
            <a:r>
              <a:rPr lang="nl-NL" dirty="0"/>
              <a:t>Basis vaststellen interface in </a:t>
            </a:r>
            <a:r>
              <a:rPr lang="nl-NL" dirty="0" err="1"/>
              <a:t>Unity</a:t>
            </a:r>
            <a:endParaRPr lang="nl-NL" dirty="0"/>
          </a:p>
          <a:p>
            <a:r>
              <a:rPr lang="nl-NL" dirty="0"/>
              <a:t>Waterdichtheid?</a:t>
            </a:r>
          </a:p>
          <a:p>
            <a:r>
              <a:rPr lang="nl-NL" dirty="0"/>
              <a:t>Alternatieven?</a:t>
            </a:r>
          </a:p>
        </p:txBody>
      </p:sp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B48-81CE-C17F-4E1B-E16F9FA6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6161"/>
            <a:ext cx="9905998" cy="1905000"/>
          </a:xfrm>
        </p:spPr>
        <p:txBody>
          <a:bodyPr/>
          <a:lstStyle/>
          <a:p>
            <a:r>
              <a:rPr lang="nl-NL" dirty="0"/>
              <a:t>Demo(‘s)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9565-22DD-20A2-B34E-1FA28051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Koppeling </a:t>
            </a:r>
            <a:r>
              <a:rPr lang="nl-NL" dirty="0" err="1"/>
              <a:t>Unity</a:t>
            </a:r>
            <a:r>
              <a:rPr lang="nl-NL" dirty="0"/>
              <a:t> engine  aan lezingen versnellingsmeter</a:t>
            </a:r>
          </a:p>
          <a:p>
            <a:r>
              <a:rPr lang="nl-NL" dirty="0"/>
              <a:t>Ballasttanks 3D Design + wat voor soort?</a:t>
            </a:r>
          </a:p>
        </p:txBody>
      </p:sp>
      <p:pic>
        <p:nvPicPr>
          <p:cNvPr id="5" name="Picture 4" descr="A diagram of a vent&#10;&#10;AI-generated content may be incorrect.">
            <a:extLst>
              <a:ext uri="{FF2B5EF4-FFF2-40B4-BE49-F238E27FC236}">
                <a16:creationId xmlns:a16="http://schemas.microsoft.com/office/drawing/2014/main" id="{4BC59B4A-D836-3059-81F8-5752D7885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136" y="985400"/>
            <a:ext cx="7821195" cy="25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1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12EC3BD-B0DA-61DE-F3B6-49504E16A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575521"/>
              </p:ext>
            </p:extLst>
          </p:nvPr>
        </p:nvGraphicFramePr>
        <p:xfrm>
          <a:off x="923376" y="-8184"/>
          <a:ext cx="4884737" cy="457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4597" imgH="4579730" progId="Excel.Sheet.12">
                  <p:embed/>
                </p:oleObj>
              </mc:Choice>
              <mc:Fallback>
                <p:oleObj name="Worksheet" r:id="rId2" imgW="4884597" imgH="45797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3376" y="-8184"/>
                        <a:ext cx="4884737" cy="457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41EFE1BF-F12E-C064-48CB-572401EA9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557438"/>
              </p:ext>
            </p:extLst>
          </p:nvPr>
        </p:nvGraphicFramePr>
        <p:xfrm>
          <a:off x="6489338" y="3840480"/>
          <a:ext cx="4884737" cy="2804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9722">
                  <a:extLst>
                    <a:ext uri="{9D8B030D-6E8A-4147-A177-3AD203B41FA5}">
                      <a16:colId xmlns:a16="http://schemas.microsoft.com/office/drawing/2014/main" val="3148505297"/>
                    </a:ext>
                  </a:extLst>
                </a:gridCol>
                <a:gridCol w="479637">
                  <a:extLst>
                    <a:ext uri="{9D8B030D-6E8A-4147-A177-3AD203B41FA5}">
                      <a16:colId xmlns:a16="http://schemas.microsoft.com/office/drawing/2014/main" val="2851521558"/>
                    </a:ext>
                  </a:extLst>
                </a:gridCol>
                <a:gridCol w="671423">
                  <a:extLst>
                    <a:ext uri="{9D8B030D-6E8A-4147-A177-3AD203B41FA5}">
                      <a16:colId xmlns:a16="http://schemas.microsoft.com/office/drawing/2014/main" val="4165103101"/>
                    </a:ext>
                  </a:extLst>
                </a:gridCol>
                <a:gridCol w="717002">
                  <a:extLst>
                    <a:ext uri="{9D8B030D-6E8A-4147-A177-3AD203B41FA5}">
                      <a16:colId xmlns:a16="http://schemas.microsoft.com/office/drawing/2014/main" val="2646005701"/>
                    </a:ext>
                  </a:extLst>
                </a:gridCol>
                <a:gridCol w="1596953">
                  <a:extLst>
                    <a:ext uri="{9D8B030D-6E8A-4147-A177-3AD203B41FA5}">
                      <a16:colId xmlns:a16="http://schemas.microsoft.com/office/drawing/2014/main" val="1370491664"/>
                    </a:ext>
                  </a:extLst>
                </a:gridCol>
              </a:tblGrid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15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3,285442238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34306686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16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3,080102098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7550029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2,898919621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2702617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2,737868531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8517085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19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2,593770188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9847651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20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2,464081678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6385567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2,346744455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1194501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22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2,240074253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0899031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23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2,14267972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3680999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24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2,053401399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9500875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25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1,971265343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13337709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26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997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1,895447445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8091550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482002,4668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1,825245688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443560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1,760058342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7697771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29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1,699366675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1453575"/>
                  </a:ext>
                </a:extLst>
              </a:tr>
              <a:tr h="139903"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482002,4668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30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997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>
                          <a:effectLst/>
                        </a:rPr>
                        <a:t>9,81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100" u="none" strike="noStrike" dirty="0">
                          <a:effectLst/>
                        </a:rPr>
                        <a:t>1,642721119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2410329"/>
                  </a:ext>
                </a:extLst>
              </a:tr>
            </a:tbl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41AD47E-B5A2-1632-50F8-4ADD3C26C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291903"/>
              </p:ext>
            </p:extLst>
          </p:nvPr>
        </p:nvGraphicFramePr>
        <p:xfrm>
          <a:off x="6489333" y="-8185"/>
          <a:ext cx="4884752" cy="457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84597" imgH="4579730" progId="Excel.Sheet.12">
                  <p:embed/>
                </p:oleObj>
              </mc:Choice>
              <mc:Fallback>
                <p:oleObj name="Worksheet" r:id="rId4" imgW="4884597" imgH="45797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9333" y="-8185"/>
                        <a:ext cx="4884752" cy="457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Tabel 21">
            <a:extLst>
              <a:ext uri="{FF2B5EF4-FFF2-40B4-BE49-F238E27FC236}">
                <a16:creationId xmlns:a16="http://schemas.microsoft.com/office/drawing/2014/main" id="{27FC7C5A-77DE-6FC2-8324-4FC332058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93807"/>
              </p:ext>
            </p:extLst>
          </p:nvPr>
        </p:nvGraphicFramePr>
        <p:xfrm>
          <a:off x="6489345" y="4579496"/>
          <a:ext cx="4884736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1251">
                  <a:extLst>
                    <a:ext uri="{9D8B030D-6E8A-4147-A177-3AD203B41FA5}">
                      <a16:colId xmlns:a16="http://schemas.microsoft.com/office/drawing/2014/main" val="1258893861"/>
                    </a:ext>
                  </a:extLst>
                </a:gridCol>
                <a:gridCol w="1380469">
                  <a:extLst>
                    <a:ext uri="{9D8B030D-6E8A-4147-A177-3AD203B41FA5}">
                      <a16:colId xmlns:a16="http://schemas.microsoft.com/office/drawing/2014/main" val="4171875506"/>
                    </a:ext>
                  </a:extLst>
                </a:gridCol>
                <a:gridCol w="1139128">
                  <a:extLst>
                    <a:ext uri="{9D8B030D-6E8A-4147-A177-3AD203B41FA5}">
                      <a16:colId xmlns:a16="http://schemas.microsoft.com/office/drawing/2014/main" val="3778664038"/>
                    </a:ext>
                  </a:extLst>
                </a:gridCol>
                <a:gridCol w="801251">
                  <a:extLst>
                    <a:ext uri="{9D8B030D-6E8A-4147-A177-3AD203B41FA5}">
                      <a16:colId xmlns:a16="http://schemas.microsoft.com/office/drawing/2014/main" val="2523107013"/>
                    </a:ext>
                  </a:extLst>
                </a:gridCol>
                <a:gridCol w="762637">
                  <a:extLst>
                    <a:ext uri="{9D8B030D-6E8A-4147-A177-3AD203B41FA5}">
                      <a16:colId xmlns:a16="http://schemas.microsoft.com/office/drawing/2014/main" val="177706615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𝑉  = 𝑔 ⋅ 𝜌/(𝑀⋅ 𝑠)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3349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Moment abs (Nm)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arm tot middelpunt van tank(m)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dichtheidvloeistof (kg/m³)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zwaartekracht (N)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 dirty="0">
                          <a:effectLst/>
                        </a:rPr>
                        <a:t>volume tank (m³)</a:t>
                      </a:r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7828948"/>
                  </a:ext>
                </a:extLst>
              </a:tr>
            </a:tbl>
          </a:graphicData>
        </a:graphic>
      </p:graphicFrame>
      <p:graphicFrame>
        <p:nvGraphicFramePr>
          <p:cNvPr id="23" name="Tabel 22">
            <a:extLst>
              <a:ext uri="{FF2B5EF4-FFF2-40B4-BE49-F238E27FC236}">
                <a16:creationId xmlns:a16="http://schemas.microsoft.com/office/drawing/2014/main" id="{C72E7D47-8349-E9CE-A2B7-B8CB817E1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93496"/>
              </p:ext>
            </p:extLst>
          </p:nvPr>
        </p:nvGraphicFramePr>
        <p:xfrm>
          <a:off x="923362" y="4566672"/>
          <a:ext cx="4884752" cy="2243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001">
                  <a:extLst>
                    <a:ext uri="{9D8B030D-6E8A-4147-A177-3AD203B41FA5}">
                      <a16:colId xmlns:a16="http://schemas.microsoft.com/office/drawing/2014/main" val="4217936528"/>
                    </a:ext>
                  </a:extLst>
                </a:gridCol>
                <a:gridCol w="1503001">
                  <a:extLst>
                    <a:ext uri="{9D8B030D-6E8A-4147-A177-3AD203B41FA5}">
                      <a16:colId xmlns:a16="http://schemas.microsoft.com/office/drawing/2014/main" val="628425695"/>
                    </a:ext>
                  </a:extLst>
                </a:gridCol>
                <a:gridCol w="1878750">
                  <a:extLst>
                    <a:ext uri="{9D8B030D-6E8A-4147-A177-3AD203B41FA5}">
                      <a16:colId xmlns:a16="http://schemas.microsoft.com/office/drawing/2014/main" val="4147891515"/>
                    </a:ext>
                  </a:extLst>
                </a:gridCol>
              </a:tblGrid>
              <a:tr h="161164">
                <a:tc gridSpan="2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𝐹 = 𝜌 ⋅ 𝑉 ⋅ 𝑔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𝑉  = 𝐹/𝑔 ⋅ 𝜌 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4988331"/>
                  </a:ext>
                </a:extLst>
              </a:tr>
              <a:tr h="161164"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Waarin: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9986637"/>
                  </a:ext>
                </a:extLst>
              </a:tr>
              <a:tr h="161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F: opwaartse kracht [N]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85117"/>
                  </a:ext>
                </a:extLst>
              </a:tr>
              <a:tr h="161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ρ: dichtheid van de vloeistof [kg/m³]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53112"/>
                  </a:ext>
                </a:extLst>
              </a:tr>
              <a:tr h="161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V: volume van de verplaatste vloeistof [m³]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909181"/>
                  </a:ext>
                </a:extLst>
              </a:tr>
              <a:tr h="161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g: gravitatieversnelling [N]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688860"/>
                  </a:ext>
                </a:extLst>
              </a:tr>
              <a:tr h="161164"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699180"/>
                  </a:ext>
                </a:extLst>
              </a:tr>
              <a:tr h="161164">
                <a:tc gridSpan="2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𝑀 = 𝐹 ⋅ 𝑠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𝐹  = 𝑀⋅ 𝑠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4813569"/>
                  </a:ext>
                </a:extLst>
              </a:tr>
              <a:tr h="3153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Waarin de symbolen de volgende betekenis hebben: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756594"/>
                  </a:ext>
                </a:extLst>
              </a:tr>
              <a:tr h="161164">
                <a:tc gridSpan="2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M = het moment [Nm]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53139402"/>
                  </a:ext>
                </a:extLst>
              </a:tr>
              <a:tr h="161164">
                <a:tc gridSpan="3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F = de kracht (het gewicht per raster vak) [N]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692659"/>
                  </a:ext>
                </a:extLst>
              </a:tr>
              <a:tr h="161164">
                <a:tc gridSpan="2">
                  <a:txBody>
                    <a:bodyPr/>
                    <a:lstStyle/>
                    <a:p>
                      <a:pPr algn="l" fontAlgn="b"/>
                      <a:r>
                        <a:rPr lang="nl-NL" sz="1100" u="none" strike="noStrike">
                          <a:effectLst/>
                        </a:rPr>
                        <a:t>s = de arm [m]</a:t>
                      </a:r>
                      <a:endParaRPr lang="nl-N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nl-N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7311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20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1A6A-B458-84A4-EF6D-291CFF7C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Andere taken?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66F9-FB30-358B-F615-B59A70137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Alternatieven?</a:t>
            </a:r>
          </a:p>
          <a:p>
            <a:r>
              <a:rPr lang="nl-NL" dirty="0"/>
              <a:t>Waterdichtheid?</a:t>
            </a:r>
          </a:p>
        </p:txBody>
      </p:sp>
      <p:pic>
        <p:nvPicPr>
          <p:cNvPr id="5" name="Picture 4" descr="A house in the sky with balloons&#10;&#10;AI-generated content may be incorrect.">
            <a:extLst>
              <a:ext uri="{FF2B5EF4-FFF2-40B4-BE49-F238E27FC236}">
                <a16:creationId xmlns:a16="http://schemas.microsoft.com/office/drawing/2014/main" id="{6040765F-E387-0EFC-5B3F-FA4CB4F2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382" y="339892"/>
            <a:ext cx="5905500" cy="3543300"/>
          </a:xfrm>
          <a:prstGeom prst="rect">
            <a:avLst/>
          </a:prstGeom>
        </p:spPr>
      </p:pic>
      <p:pic>
        <p:nvPicPr>
          <p:cNvPr id="7" name="Picture 6" descr="A roll of duct tape&#10;&#10;AI-generated content may be incorrect.">
            <a:extLst>
              <a:ext uri="{FF2B5EF4-FFF2-40B4-BE49-F238E27FC236}">
                <a16:creationId xmlns:a16="http://schemas.microsoft.com/office/drawing/2014/main" id="{C2A11E88-FBB5-2ABB-EE24-10FD81055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867" y="4076700"/>
            <a:ext cx="2254317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5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Taken zijn we nog niet aan toegekomen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Schaalmodel uitbreiden – waterpomp wel in bezit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6BE77-4137-A7E7-727D-8E8D0F18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nl-NL" dirty="0"/>
              <a:t>Voortgang User </a:t>
            </a:r>
            <a:r>
              <a:rPr lang="nl-NL" dirty="0" err="1"/>
              <a:t>Stories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1A77-81D4-CC69-C598-4A4B1DE09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nl-NL" dirty="0"/>
              <a:t>Als gebruiker wil duidelijk kunnen zien in welke hoek de boerderij zich bevindt en in welke toestand de andere onderdelen verkeren, om een duidelijk overzicht te hebben van het systeem. </a:t>
            </a:r>
          </a:p>
          <a:p>
            <a:pPr marL="0" indent="0">
              <a:buNone/>
            </a:pPr>
            <a:r>
              <a:rPr lang="nl-NL" dirty="0"/>
              <a:t>Onder deze user story hoorde: </a:t>
            </a:r>
            <a:br>
              <a:rPr lang="nl-NL" dirty="0"/>
            </a:br>
            <a:r>
              <a:rPr lang="nl-NL" dirty="0"/>
              <a:t>1. Sensordata uitlezen en verwerken</a:t>
            </a:r>
          </a:p>
          <a:p>
            <a:pPr marL="0" indent="0">
              <a:buNone/>
            </a:pPr>
            <a:r>
              <a:rPr lang="nl-NL" dirty="0"/>
              <a:t>2. Data versturen naar een interface</a:t>
            </a:r>
          </a:p>
          <a:p>
            <a:pPr marL="0" indent="0">
              <a:buNone/>
            </a:pPr>
            <a:r>
              <a:rPr lang="nl-NL" dirty="0"/>
              <a:t>3. Data weergeven op een interface</a:t>
            </a:r>
          </a:p>
        </p:txBody>
      </p:sp>
    </p:spTree>
    <p:extLst>
      <p:ext uri="{BB962C8B-B14F-4D97-AF65-F5344CB8AC3E}">
        <p14:creationId xmlns:p14="http://schemas.microsoft.com/office/powerpoint/2010/main" val="3226155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Schaalmodel uitbreiden – waterpompen</a:t>
            </a:r>
          </a:p>
          <a:p>
            <a:r>
              <a:rPr lang="nl-NL" dirty="0"/>
              <a:t>Meeting opdrachtgever donderdag</a:t>
            </a:r>
          </a:p>
          <a:p>
            <a:r>
              <a:rPr lang="nl-NL" dirty="0"/>
              <a:t>Dashboard uitbreiden – tot wensen </a:t>
            </a:r>
            <a:br>
              <a:rPr lang="nl-NL" dirty="0"/>
            </a:br>
            <a:r>
              <a:rPr lang="nl-NL" dirty="0"/>
              <a:t>Als gebruiker wil duidelijk kunnen zien in welke hoek de boerderij zich bevindt en in welke toestand de andere onderdelen verkeren, om een duidelijk overzicht te hebben van het systeem. </a:t>
            </a:r>
            <a:br>
              <a:rPr lang="nl-NL" dirty="0"/>
            </a:br>
            <a:r>
              <a:rPr lang="nl-NL" dirty="0"/>
              <a:t>4. Uitbreiden volgens wensen opdrachtgever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Veel voorbereidingsstappen</a:t>
            </a:r>
          </a:p>
          <a:p>
            <a:r>
              <a:rPr lang="nl-NL" dirty="0"/>
              <a:t>Goed vooruitzicht tot taken</a:t>
            </a:r>
          </a:p>
          <a:p>
            <a:r>
              <a:rPr lang="nl-NL" dirty="0"/>
              <a:t>Samenwerking en communicatie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C878-EE76-9B51-B735-FB5D5DFB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132</TotalTime>
  <Words>429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Narrow</vt:lpstr>
      <vt:lpstr>Arial</vt:lpstr>
      <vt:lpstr>Century Gothic</vt:lpstr>
      <vt:lpstr>Mesh</vt:lpstr>
      <vt:lpstr>Worksheet</vt:lpstr>
      <vt:lpstr>Sprint review 2</vt:lpstr>
      <vt:lpstr>Recap</vt:lpstr>
      <vt:lpstr>Inhoud</vt:lpstr>
      <vt:lpstr>Afgelopen Sprint</vt:lpstr>
      <vt:lpstr>Demo(‘s)</vt:lpstr>
      <vt:lpstr>PowerPoint Presentation</vt:lpstr>
      <vt:lpstr>Andere taken?</vt:lpstr>
      <vt:lpstr>Deze Taken zijn we nog niet aan toegekomen</vt:lpstr>
      <vt:lpstr>Voortgang User Stories</vt:lpstr>
      <vt:lpstr>Volgende Sprint</vt:lpstr>
      <vt:lpstr>retrospective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Matthijs t Hart (1095080)</cp:lastModifiedBy>
  <cp:revision>16</cp:revision>
  <dcterms:created xsi:type="dcterms:W3CDTF">2025-09-12T09:06:28Z</dcterms:created>
  <dcterms:modified xsi:type="dcterms:W3CDTF">2025-10-07T11:35:28Z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