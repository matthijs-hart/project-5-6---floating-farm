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65" r:id="rId7"/>
    <p:sldId id="258" r:id="rId8"/>
    <p:sldId id="259" r:id="rId9"/>
    <p:sldId id="266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 dirty="0"/>
            <a:t>Afgelopen Sprint</a:t>
          </a:r>
          <a:endParaRPr lang="en-US" dirty="0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Afgelopen Sprint</a:t>
          </a:r>
          <a:endParaRPr lang="en-US" sz="4200" kern="1200" dirty="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Recap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598" y="2672937"/>
            <a:ext cx="9905998" cy="3124201"/>
          </a:xfrm>
        </p:spPr>
        <p:txBody>
          <a:bodyPr/>
          <a:lstStyle/>
          <a:p>
            <a:r>
              <a:rPr lang="nl-NL" dirty="0" err="1"/>
              <a:t>Floating</a:t>
            </a:r>
            <a:r>
              <a:rPr lang="nl-NL" dirty="0"/>
              <a:t> Farm?</a:t>
            </a:r>
          </a:p>
        </p:txBody>
      </p:sp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Pompen </a:t>
            </a:r>
            <a:r>
              <a:rPr lang="nl-NL" dirty="0" err="1"/>
              <a:t>onzerzoeken</a:t>
            </a:r>
            <a:endParaRPr lang="nl-NL" dirty="0"/>
          </a:p>
          <a:p>
            <a:r>
              <a:rPr lang="nl-NL" dirty="0"/>
              <a:t>Basis vaststellen interface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Waterdichtheid onderzoeken</a:t>
            </a:r>
          </a:p>
          <a:p>
            <a:r>
              <a:rPr lang="nl-NL" dirty="0"/>
              <a:t>Alternatieven?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56161"/>
            <a:ext cx="9905998" cy="1905000"/>
          </a:xfrm>
        </p:spPr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</a:t>
            </a:r>
            <a:r>
              <a:rPr lang="nl-NL" dirty="0" err="1"/>
              <a:t>Unity</a:t>
            </a:r>
            <a:r>
              <a:rPr lang="nl-NL" dirty="0"/>
              <a:t> engine  aan lezingen versnellingsmeter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1A6A-B458-84A4-EF6D-291CFF7C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taken die niet tot een User story behoren?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66F9-FB30-358B-F615-B59A701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Onderzoeken hoe groot de ballasttanks moeten zijn</a:t>
            </a:r>
          </a:p>
        </p:txBody>
      </p:sp>
    </p:spTree>
    <p:extLst>
      <p:ext uri="{BB962C8B-B14F-4D97-AF65-F5344CB8AC3E}">
        <p14:creationId xmlns:p14="http://schemas.microsoft.com/office/powerpoint/2010/main" val="173125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 wel in bezit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nl-NL"/>
              <a:t>Voortgang User Stories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Ik wil duidelijk kunnen zien in welke hoek de boerderij zich bevindt en in welke toestand de andere onderdelen verkeren, om een duidelijk overzicht te hebben van het systeem. </a:t>
            </a:r>
          </a:p>
          <a:p>
            <a:pPr marL="0" indent="0">
              <a:buNone/>
            </a:pPr>
            <a:r>
              <a:rPr lang="nl-NL" dirty="0"/>
              <a:t>Onder deze user story hoorde: </a:t>
            </a:r>
            <a:br>
              <a:rPr lang="nl-NL" dirty="0"/>
            </a:br>
            <a:r>
              <a:rPr lang="nl-NL" dirty="0"/>
              <a:t>1. Sensordata uitlezen en verwerken</a:t>
            </a:r>
          </a:p>
          <a:p>
            <a:pPr marL="0" indent="0">
              <a:buNone/>
            </a:pPr>
            <a:r>
              <a:rPr lang="nl-NL" dirty="0"/>
              <a:t>2. Data versturen naar een interface</a:t>
            </a:r>
          </a:p>
          <a:p>
            <a:pPr marL="0" indent="0">
              <a:buNone/>
            </a:pPr>
            <a:r>
              <a:rPr lang="nl-NL" dirty="0"/>
              <a:t>3. Data weergeven op een interface</a:t>
            </a:r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Veel voorbereidingsstappen</a:t>
            </a:r>
          </a:p>
          <a:p>
            <a:r>
              <a:rPr lang="nl-NL" dirty="0"/>
              <a:t>Goed vooruitzicht</a:t>
            </a:r>
          </a:p>
          <a:p>
            <a:r>
              <a:rPr lang="nl-NL" dirty="0"/>
              <a:t>Samenwerking en communicatie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55</TotalTime>
  <Words>165</Words>
  <Application>Microsoft Office PowerPoint</Application>
  <PresentationFormat>Widescreen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Mesh</vt:lpstr>
      <vt:lpstr>Sprint review 1</vt:lpstr>
      <vt:lpstr>Inhoud</vt:lpstr>
      <vt:lpstr>Recap</vt:lpstr>
      <vt:lpstr>Afgelopen Sprint</vt:lpstr>
      <vt:lpstr>Demo(‘s)</vt:lpstr>
      <vt:lpstr>Andere taken die niet tot een User story behoren?</vt:lpstr>
      <vt:lpstr>Deze Taken zijn we nog niet aan toegekomen</vt:lpstr>
      <vt:lpstr>Voortgang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4</cp:revision>
  <dcterms:created xsi:type="dcterms:W3CDTF">2025-09-12T09:06:28Z</dcterms:created>
  <dcterms:modified xsi:type="dcterms:W3CDTF">2025-10-07T09:15:58Z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