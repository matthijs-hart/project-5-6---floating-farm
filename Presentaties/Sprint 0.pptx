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65" r:id="rId6"/>
    <p:sldId id="266" r:id="rId7"/>
    <p:sldId id="257" r:id="rId8"/>
    <p:sldId id="258" r:id="rId9"/>
    <p:sldId id="259" r:id="rId10"/>
    <p:sldId id="260" r:id="rId11"/>
    <p:sldId id="262" r:id="rId12"/>
    <p:sldId id="267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 dirty="0"/>
            <a:t>Wat hebben we gedaan?</a:t>
          </a:r>
          <a:endParaRPr lang="en-US" dirty="0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 dirty="0"/>
            <a:t>Volgende Sprint</a:t>
          </a:r>
          <a:endParaRPr lang="en-US" dirty="0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CB7E08E1-7F1A-42DF-9E7C-67B68821F510}" type="pres">
      <dgm:prSet presAssocID="{4EB9CECA-F548-41EA-8D74-27BCA268BEC8}" presName="thickLine" presStyleLbl="alignNode1" presStyleIdx="0" presStyleCnt="2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0" presStyleCnt="2"/>
      <dgm:spPr/>
    </dgm:pt>
    <dgm:pt modelId="{6218ED1B-36BC-4AD8-A79A-8EDBF3181C6D}" type="pres">
      <dgm:prSet presAssocID="{4EB9CECA-F548-41EA-8D74-27BCA268BEC8}" presName="vert1" presStyleCnt="0"/>
      <dgm:spPr/>
    </dgm:pt>
    <dgm:pt modelId="{0D5CEFA3-BEB2-479F-997C-27FBFB20ADC6}" type="pres">
      <dgm:prSet presAssocID="{774E9802-F0ED-4251-ACFD-96C2E4BE2B81}" presName="thickLine" presStyleLbl="alignNode1" presStyleIdx="1" presStyleCnt="2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1" presStyleCnt="2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1" destOrd="0" parTransId="{9FA6954E-0BBC-405F-89CC-A8CDC366307F}" sibTransId="{FBBB005E-76D7-4295-A905-DD5C8267DDE3}"/>
    <dgm:cxn modelId="{F5BE37AC-5E91-431D-BCA7-6F16C0D3D7F7}" srcId="{67DA44AA-7B44-4C6A-8E45-1D4360E100E0}" destId="{4EB9CECA-F548-41EA-8D74-27BCA268BEC8}" srcOrd="0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C88A147B-E483-4089-B599-506A69C996C4}" type="presParOf" srcId="{3864E01A-4732-458C-A7E4-C8D804A0389B}" destId="{CB7E08E1-7F1A-42DF-9E7C-67B68821F510}" srcOrd="0" destOrd="0" presId="urn:microsoft.com/office/officeart/2008/layout/LinedList"/>
    <dgm:cxn modelId="{5FA7ECB8-69FE-4D87-B4E5-7B654C99B66D}" type="presParOf" srcId="{3864E01A-4732-458C-A7E4-C8D804A0389B}" destId="{D7DED5B1-C9FB-4F12-AC8D-6573E0522D23}" srcOrd="1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4688775-C2CE-476D-8B84-E672752AF200}" type="presParOf" srcId="{3864E01A-4732-458C-A7E4-C8D804A0389B}" destId="{0D5CEFA3-BEB2-479F-997C-27FBFB20ADC6}" srcOrd="2" destOrd="0" presId="urn:microsoft.com/office/officeart/2008/layout/LinedList"/>
    <dgm:cxn modelId="{004B3174-7274-4125-8203-26D2187533CE}" type="presParOf" srcId="{3864E01A-4732-458C-A7E4-C8D804A0389B}" destId="{96BBC346-FA44-4ACD-8AD0-CD5D28783017}" srcOrd="3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7E08E1-7F1A-42DF-9E7C-67B68821F510}">
      <dsp:nvSpPr>
        <dsp:cNvPr id="0" name=""/>
        <dsp:cNvSpPr/>
      </dsp:nvSpPr>
      <dsp:spPr>
        <a:xfrm>
          <a:off x="0" y="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0"/>
          <a:ext cx="6046132" cy="2302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6400" kern="1200" dirty="0"/>
            <a:t>Wat hebben we gedaan?</a:t>
          </a:r>
          <a:endParaRPr lang="en-US" sz="6400" kern="1200" dirty="0"/>
        </a:p>
      </dsp:txBody>
      <dsp:txXfrm>
        <a:off x="0" y="0"/>
        <a:ext cx="6046132" cy="2302933"/>
      </dsp:txXfrm>
    </dsp:sp>
    <dsp:sp modelId="{0D5CEFA3-BEB2-479F-997C-27FBFB20ADC6}">
      <dsp:nvSpPr>
        <dsp:cNvPr id="0" name=""/>
        <dsp:cNvSpPr/>
      </dsp:nvSpPr>
      <dsp:spPr>
        <a:xfrm>
          <a:off x="0" y="2302933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2302933"/>
          <a:ext cx="6046132" cy="2302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6400" kern="1200" dirty="0"/>
            <a:t>Volgende Sprint</a:t>
          </a:r>
          <a:endParaRPr lang="en-US" sz="6400" kern="1200" dirty="0"/>
        </a:p>
      </dsp:txBody>
      <dsp:txXfrm>
        <a:off x="0" y="2302933"/>
        <a:ext cx="6046132" cy="23029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/>
              <a:t>Sprint 0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F68F-96E1-B23F-90FA-7FBF8E3D2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>
            <a:normAutofit/>
          </a:bodyPr>
          <a:lstStyle/>
          <a:p>
            <a:r>
              <a:rPr lang="nl-NL" sz="2800"/>
              <a:t>Wat is het Probleem?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0DEE1-43C4-2994-7DF7-836DE3EDE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3643674" cy="3216276"/>
          </a:xfrm>
        </p:spPr>
        <p:txBody>
          <a:bodyPr anchor="t">
            <a:normAutofit/>
          </a:bodyPr>
          <a:lstStyle/>
          <a:p>
            <a:r>
              <a:rPr lang="nl-NL" sz="1800" dirty="0" err="1"/>
              <a:t>Floating</a:t>
            </a:r>
            <a:r>
              <a:rPr lang="nl-NL" sz="1800" dirty="0"/>
              <a:t> farm</a:t>
            </a:r>
          </a:p>
          <a:p>
            <a:r>
              <a:rPr lang="nl-NL" sz="1800" dirty="0"/>
              <a:t>Balans</a:t>
            </a:r>
          </a:p>
          <a:p>
            <a:r>
              <a:rPr lang="nl-NL" sz="1800" dirty="0"/>
              <a:t>Instabiliteit door Koeien</a:t>
            </a:r>
          </a:p>
        </p:txBody>
      </p:sp>
      <p:pic>
        <p:nvPicPr>
          <p:cNvPr id="5" name="Picture 4" descr="A building on the water&#10;&#10;AI-generated content may be incorrect.">
            <a:extLst>
              <a:ext uri="{FF2B5EF4-FFF2-40B4-BE49-F238E27FC236}">
                <a16:creationId xmlns:a16="http://schemas.microsoft.com/office/drawing/2014/main" id="{93D0A811-8F93-3B8A-CA27-E7D021EAA1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94" y="1323677"/>
            <a:ext cx="6916633" cy="3890605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1904512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FB8A5-8B17-BE7F-60E7-638480253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>
            <a:normAutofit/>
          </a:bodyPr>
          <a:lstStyle/>
          <a:p>
            <a:r>
              <a:rPr lang="nl-NL" sz="2800"/>
              <a:t>Mogelijke oplossingen?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9FBBE0-0DF7-E3F0-BC85-5593D5F03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3643674" cy="3216276"/>
          </a:xfrm>
        </p:spPr>
        <p:txBody>
          <a:bodyPr anchor="t">
            <a:normAutofit/>
          </a:bodyPr>
          <a:lstStyle/>
          <a:p>
            <a:r>
              <a:rPr lang="nl-NL" sz="1800" dirty="0"/>
              <a:t>Ballasttanks (meerdere varianten)</a:t>
            </a:r>
          </a:p>
          <a:p>
            <a:r>
              <a:rPr lang="nl-NL" sz="1800" dirty="0"/>
              <a:t>Opdrachtgever voorstel</a:t>
            </a:r>
          </a:p>
          <a:p>
            <a:r>
              <a:rPr lang="nl-NL" sz="1800" dirty="0"/>
              <a:t>Niet zeker want…</a:t>
            </a:r>
          </a:p>
        </p:txBody>
      </p:sp>
      <p:pic>
        <p:nvPicPr>
          <p:cNvPr id="5" name="Picture 4" descr="A large ship in the water&#10;&#10;AI-generated content may be incorrect.">
            <a:extLst>
              <a:ext uri="{FF2B5EF4-FFF2-40B4-BE49-F238E27FC236}">
                <a16:creationId xmlns:a16="http://schemas.microsoft.com/office/drawing/2014/main" id="{CF5870E7-C734-9229-EC28-97D397FF36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94" y="865450"/>
            <a:ext cx="6916633" cy="4807059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2866406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972882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User </a:t>
            </a:r>
            <a:r>
              <a:rPr lang="nl-NL" dirty="0" err="1"/>
              <a:t>Stories</a:t>
            </a:r>
            <a:r>
              <a:rPr lang="nl-NL" dirty="0"/>
              <a:t>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hebben we gedaan?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Ondanks vertraging…</a:t>
            </a:r>
          </a:p>
          <a:p>
            <a:r>
              <a:rPr lang="nl-NL" dirty="0"/>
              <a:t>Samenwerkingsovereenkomst</a:t>
            </a:r>
          </a:p>
          <a:p>
            <a:r>
              <a:rPr lang="nl-NL" dirty="0"/>
              <a:t>Concept product </a:t>
            </a:r>
            <a:r>
              <a:rPr lang="nl-NL" dirty="0" err="1"/>
              <a:t>backlog</a:t>
            </a:r>
            <a:endParaRPr lang="nl-NL" dirty="0"/>
          </a:p>
          <a:p>
            <a:r>
              <a:rPr lang="nl-NL" dirty="0"/>
              <a:t>Concept Probleemomschrijving</a:t>
            </a:r>
          </a:p>
          <a:p>
            <a:r>
              <a:rPr lang="nl-NL" dirty="0" err="1"/>
              <a:t>Jira</a:t>
            </a:r>
            <a:r>
              <a:rPr lang="nl-NL" dirty="0"/>
              <a:t> – Planning</a:t>
            </a:r>
          </a:p>
          <a:p>
            <a:r>
              <a:rPr lang="nl-NL" dirty="0"/>
              <a:t>GitHub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00E70-10B0-5FFE-5DC3-7183662E6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Samenwerkingsovereenkomst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128CF-16D7-8852-D4F9-F9D40995EA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Afspraken</a:t>
            </a:r>
          </a:p>
          <a:p>
            <a:r>
              <a:rPr lang="nl-NL" dirty="0"/>
              <a:t>Sterke- en Zwakke punten</a:t>
            </a:r>
          </a:p>
          <a:p>
            <a:r>
              <a:rPr lang="nl-NL" dirty="0"/>
              <a:t>Rol/Taakverdeling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69905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ign next to a building&#10;&#10;AI-generated content may be incorrect.">
            <a:extLst>
              <a:ext uri="{FF2B5EF4-FFF2-40B4-BE49-F238E27FC236}">
                <a16:creationId xmlns:a16="http://schemas.microsoft.com/office/drawing/2014/main" id="{1944402D-01E3-96A8-7634-22796A33F87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19" b="818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/>
              <a:t>Volgende Sprint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/>
              <a:t>Meeting opdrachtgever</a:t>
            </a:r>
          </a:p>
          <a:p>
            <a:r>
              <a:rPr lang="nl-NL"/>
              <a:t>Requirements opstellen</a:t>
            </a:r>
          </a:p>
          <a:p>
            <a:r>
              <a:rPr lang="nl-NL"/>
              <a:t>Product backlog invullen</a:t>
            </a:r>
          </a:p>
          <a:p>
            <a:r>
              <a:rPr lang="nl-NL"/>
              <a:t>Onderzoek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Dank voor het luisteren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84</TotalTime>
  <Words>109</Words>
  <Application>Microsoft Office PowerPoint</Application>
  <PresentationFormat>Widescreen</PresentationFormat>
  <Paragraphs>34</Paragraphs>
  <Slides>11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Century Gothic</vt:lpstr>
      <vt:lpstr>Mesh</vt:lpstr>
      <vt:lpstr>Sprint 0</vt:lpstr>
      <vt:lpstr>Wat is het Probleem?</vt:lpstr>
      <vt:lpstr>Mogelijke oplossingen?</vt:lpstr>
      <vt:lpstr>Inhoud</vt:lpstr>
      <vt:lpstr>Afgelopen Sprint</vt:lpstr>
      <vt:lpstr>Demo(‘s)</vt:lpstr>
      <vt:lpstr>Deze User Stories zijn we nog niet aan toegekomen</vt:lpstr>
      <vt:lpstr>Wat hebben we gedaan?</vt:lpstr>
      <vt:lpstr>Samenwerkingsovereenkomst</vt:lpstr>
      <vt:lpstr>Volgende Sprint</vt:lpstr>
      <vt:lpstr>Dank voor het luisteren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11</cp:revision>
  <dcterms:created xsi:type="dcterms:W3CDTF">2025-09-12T09:06:28Z</dcterms:created>
  <dcterms:modified xsi:type="dcterms:W3CDTF">2025-09-16T12:22:58Z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