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52" d="100"/>
          <a:sy n="52" d="100"/>
        </p:scale>
        <p:origin x="84" y="1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 dirty="0"/>
            <a:t>Wat hebben we gedaan?</a:t>
          </a:r>
          <a:endParaRPr lang="en-US" dirty="0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CB7E08E1-7F1A-42DF-9E7C-67B68821F510}" type="pres">
      <dgm:prSet presAssocID="{4EB9CECA-F548-41EA-8D74-27BCA268BEC8}" presName="thickLine" presStyleLbl="alignNode1" presStyleIdx="0" presStyleCnt="2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0" presStyleCnt="2"/>
      <dgm:spPr/>
    </dgm:pt>
    <dgm:pt modelId="{6218ED1B-36BC-4AD8-A79A-8EDBF3181C6D}" type="pres">
      <dgm:prSet presAssocID="{4EB9CECA-F548-41EA-8D74-27BCA268BEC8}" presName="vert1" presStyleCnt="0"/>
      <dgm:spPr/>
    </dgm:pt>
    <dgm:pt modelId="{0D5CEFA3-BEB2-479F-997C-27FBFB20ADC6}" type="pres">
      <dgm:prSet presAssocID="{774E9802-F0ED-4251-ACFD-96C2E4BE2B81}" presName="thickLine" presStyleLbl="alignNode1" presStyleIdx="1" presStyleCnt="2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1" presStyleCnt="2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1" destOrd="0" parTransId="{9FA6954E-0BBC-405F-89CC-A8CDC366307F}" sibTransId="{FBBB005E-76D7-4295-A905-DD5C8267DDE3}"/>
    <dgm:cxn modelId="{F5BE37AC-5E91-431D-BCA7-6F16C0D3D7F7}" srcId="{67DA44AA-7B44-4C6A-8E45-1D4360E100E0}" destId="{4EB9CECA-F548-41EA-8D74-27BCA268BEC8}" srcOrd="0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C88A147B-E483-4089-B599-506A69C996C4}" type="presParOf" srcId="{3864E01A-4732-458C-A7E4-C8D804A0389B}" destId="{CB7E08E1-7F1A-42DF-9E7C-67B68821F510}" srcOrd="0" destOrd="0" presId="urn:microsoft.com/office/officeart/2008/layout/LinedList"/>
    <dgm:cxn modelId="{5FA7ECB8-69FE-4D87-B4E5-7B654C99B66D}" type="presParOf" srcId="{3864E01A-4732-458C-A7E4-C8D804A0389B}" destId="{D7DED5B1-C9FB-4F12-AC8D-6573E0522D23}" srcOrd="1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4688775-C2CE-476D-8B84-E672752AF200}" type="presParOf" srcId="{3864E01A-4732-458C-A7E4-C8D804A0389B}" destId="{0D5CEFA3-BEB2-479F-997C-27FBFB20ADC6}" srcOrd="2" destOrd="0" presId="urn:microsoft.com/office/officeart/2008/layout/LinedList"/>
    <dgm:cxn modelId="{004B3174-7274-4125-8203-26D2187533CE}" type="presParOf" srcId="{3864E01A-4732-458C-A7E4-C8D804A0389B}" destId="{96BBC346-FA44-4ACD-8AD0-CD5D28783017}" srcOrd="3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E08E1-7F1A-42DF-9E7C-67B68821F510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0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Wat hebben we gedaan?</a:t>
          </a:r>
          <a:endParaRPr lang="en-US" sz="6400" kern="1200" dirty="0"/>
        </a:p>
      </dsp:txBody>
      <dsp:txXfrm>
        <a:off x="0" y="0"/>
        <a:ext cx="6046132" cy="2302933"/>
      </dsp:txXfrm>
    </dsp:sp>
    <dsp:sp modelId="{0D5CEFA3-BEB2-479F-997C-27FBFB20ADC6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2302933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Volgende Sprint</a:t>
          </a:r>
          <a:endParaRPr lang="en-US" sz="6400" kern="1200" dirty="0"/>
        </a:p>
      </dsp:txBody>
      <dsp:txXfrm>
        <a:off x="0" y="2302933"/>
        <a:ext cx="6046132" cy="2302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72882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Ondanks vertraging…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 err="1"/>
              <a:t>Jira</a:t>
            </a:r>
            <a:r>
              <a:rPr lang="nl-NL" dirty="0"/>
              <a:t> - Planning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 invullen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15</TotalTime>
  <Words>67</Words>
  <Application>Microsoft Office PowerPoint</Application>
  <PresentationFormat>Widescreen</PresentationFormat>
  <Paragraphs>19</Paragraphs>
  <Slides>8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Sprint 0</vt:lpstr>
      <vt:lpstr>Inhoud</vt:lpstr>
      <vt:lpstr>Afgelopen Sprint</vt:lpstr>
      <vt:lpstr>Demo(‘s)</vt:lpstr>
      <vt:lpstr>Deze User Stories zijn we nog niet aan toegekomen</vt:lpstr>
      <vt:lpstr>Wat hebben we gedaan?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3</cp:revision>
  <dcterms:created xsi:type="dcterms:W3CDTF">2025-09-12T09:06:28Z</dcterms:created>
  <dcterms:modified xsi:type="dcterms:W3CDTF">2025-09-16T08:28:52Z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