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62" d="100"/>
          <a:sy n="62" d="100"/>
        </p:scale>
        <p:origin x="7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DA44AA-7B44-4C6A-8E45-1D4360E100E0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EB9CECA-F548-41EA-8D74-27BCA268BEC8}">
      <dgm:prSet/>
      <dgm:spPr/>
      <dgm:t>
        <a:bodyPr/>
        <a:lstStyle/>
        <a:p>
          <a:r>
            <a:rPr lang="nl-NL" dirty="0"/>
            <a:t>Wat hebben we gedaan?</a:t>
          </a:r>
          <a:endParaRPr lang="en-US" dirty="0"/>
        </a:p>
      </dgm:t>
    </dgm:pt>
    <dgm:pt modelId="{263AE03A-BA95-45DB-8675-A7B4F7E0DE4E}" type="parTrans" cxnId="{F5BE37AC-5E91-431D-BCA7-6F16C0D3D7F7}">
      <dgm:prSet/>
      <dgm:spPr/>
      <dgm:t>
        <a:bodyPr/>
        <a:lstStyle/>
        <a:p>
          <a:endParaRPr lang="en-US"/>
        </a:p>
      </dgm:t>
    </dgm:pt>
    <dgm:pt modelId="{7544B1B7-6704-4DD7-BD3A-D91E59E728E3}" type="sibTrans" cxnId="{F5BE37AC-5E91-431D-BCA7-6F16C0D3D7F7}">
      <dgm:prSet/>
      <dgm:spPr/>
      <dgm:t>
        <a:bodyPr/>
        <a:lstStyle/>
        <a:p>
          <a:endParaRPr lang="en-US"/>
        </a:p>
      </dgm:t>
    </dgm:pt>
    <dgm:pt modelId="{774E9802-F0ED-4251-ACFD-96C2E4BE2B81}">
      <dgm:prSet/>
      <dgm:spPr/>
      <dgm:t>
        <a:bodyPr/>
        <a:lstStyle/>
        <a:p>
          <a:r>
            <a:rPr lang="nl-NL" dirty="0"/>
            <a:t>Volgende Sprint</a:t>
          </a:r>
          <a:endParaRPr lang="en-US" dirty="0"/>
        </a:p>
      </dgm:t>
    </dgm:pt>
    <dgm:pt modelId="{9FA6954E-0BBC-405F-89CC-A8CDC366307F}" type="parTrans" cxnId="{2A85D742-EF0E-40C9-9790-CE7A8BE3AD25}">
      <dgm:prSet/>
      <dgm:spPr/>
      <dgm:t>
        <a:bodyPr/>
        <a:lstStyle/>
        <a:p>
          <a:endParaRPr lang="en-US"/>
        </a:p>
      </dgm:t>
    </dgm:pt>
    <dgm:pt modelId="{FBBB005E-76D7-4295-A905-DD5C8267DDE3}" type="sibTrans" cxnId="{2A85D742-EF0E-40C9-9790-CE7A8BE3AD25}">
      <dgm:prSet/>
      <dgm:spPr/>
      <dgm:t>
        <a:bodyPr/>
        <a:lstStyle/>
        <a:p>
          <a:endParaRPr lang="en-US"/>
        </a:p>
      </dgm:t>
    </dgm:pt>
    <dgm:pt modelId="{3864E01A-4732-458C-A7E4-C8D804A0389B}" type="pres">
      <dgm:prSet presAssocID="{67DA44AA-7B44-4C6A-8E45-1D4360E100E0}" presName="vert0" presStyleCnt="0">
        <dgm:presLayoutVars>
          <dgm:dir/>
          <dgm:animOne val="branch"/>
          <dgm:animLvl val="lvl"/>
        </dgm:presLayoutVars>
      </dgm:prSet>
      <dgm:spPr/>
    </dgm:pt>
    <dgm:pt modelId="{CB7E08E1-7F1A-42DF-9E7C-67B68821F510}" type="pres">
      <dgm:prSet presAssocID="{4EB9CECA-F548-41EA-8D74-27BCA268BEC8}" presName="thickLine" presStyleLbl="alignNode1" presStyleIdx="0" presStyleCnt="2"/>
      <dgm:spPr/>
    </dgm:pt>
    <dgm:pt modelId="{D7DED5B1-C9FB-4F12-AC8D-6573E0522D23}" type="pres">
      <dgm:prSet presAssocID="{4EB9CECA-F548-41EA-8D74-27BCA268BEC8}" presName="horz1" presStyleCnt="0"/>
      <dgm:spPr/>
    </dgm:pt>
    <dgm:pt modelId="{BB4110CE-082E-4CF5-A870-379EADDF9829}" type="pres">
      <dgm:prSet presAssocID="{4EB9CECA-F548-41EA-8D74-27BCA268BEC8}" presName="tx1" presStyleLbl="revTx" presStyleIdx="0" presStyleCnt="2"/>
      <dgm:spPr/>
    </dgm:pt>
    <dgm:pt modelId="{6218ED1B-36BC-4AD8-A79A-8EDBF3181C6D}" type="pres">
      <dgm:prSet presAssocID="{4EB9CECA-F548-41EA-8D74-27BCA268BEC8}" presName="vert1" presStyleCnt="0"/>
      <dgm:spPr/>
    </dgm:pt>
    <dgm:pt modelId="{0D5CEFA3-BEB2-479F-997C-27FBFB20ADC6}" type="pres">
      <dgm:prSet presAssocID="{774E9802-F0ED-4251-ACFD-96C2E4BE2B81}" presName="thickLine" presStyleLbl="alignNode1" presStyleIdx="1" presStyleCnt="2"/>
      <dgm:spPr/>
    </dgm:pt>
    <dgm:pt modelId="{96BBC346-FA44-4ACD-8AD0-CD5D28783017}" type="pres">
      <dgm:prSet presAssocID="{774E9802-F0ED-4251-ACFD-96C2E4BE2B81}" presName="horz1" presStyleCnt="0"/>
      <dgm:spPr/>
    </dgm:pt>
    <dgm:pt modelId="{C78AF888-B2B8-4AA9-B27F-70EFB4BEE8CF}" type="pres">
      <dgm:prSet presAssocID="{774E9802-F0ED-4251-ACFD-96C2E4BE2B81}" presName="tx1" presStyleLbl="revTx" presStyleIdx="1" presStyleCnt="2"/>
      <dgm:spPr/>
    </dgm:pt>
    <dgm:pt modelId="{8C4BC65B-974C-448E-8D90-9BA7AD5DC01E}" type="pres">
      <dgm:prSet presAssocID="{774E9802-F0ED-4251-ACFD-96C2E4BE2B81}" presName="vert1" presStyleCnt="0"/>
      <dgm:spPr/>
    </dgm:pt>
  </dgm:ptLst>
  <dgm:cxnLst>
    <dgm:cxn modelId="{16F3DE1B-2CC7-4E91-BF46-7B0285B3D6C9}" type="presOf" srcId="{67DA44AA-7B44-4C6A-8E45-1D4360E100E0}" destId="{3864E01A-4732-458C-A7E4-C8D804A0389B}" srcOrd="0" destOrd="0" presId="urn:microsoft.com/office/officeart/2008/layout/LinedList"/>
    <dgm:cxn modelId="{83CC2227-1390-4EB6-86B4-2526AA2D24D9}" type="presOf" srcId="{774E9802-F0ED-4251-ACFD-96C2E4BE2B81}" destId="{C78AF888-B2B8-4AA9-B27F-70EFB4BEE8CF}" srcOrd="0" destOrd="0" presId="urn:microsoft.com/office/officeart/2008/layout/LinedList"/>
    <dgm:cxn modelId="{2A85D742-EF0E-40C9-9790-CE7A8BE3AD25}" srcId="{67DA44AA-7B44-4C6A-8E45-1D4360E100E0}" destId="{774E9802-F0ED-4251-ACFD-96C2E4BE2B81}" srcOrd="1" destOrd="0" parTransId="{9FA6954E-0BBC-405F-89CC-A8CDC366307F}" sibTransId="{FBBB005E-76D7-4295-A905-DD5C8267DDE3}"/>
    <dgm:cxn modelId="{F5BE37AC-5E91-431D-BCA7-6F16C0D3D7F7}" srcId="{67DA44AA-7B44-4C6A-8E45-1D4360E100E0}" destId="{4EB9CECA-F548-41EA-8D74-27BCA268BEC8}" srcOrd="0" destOrd="0" parTransId="{263AE03A-BA95-45DB-8675-A7B4F7E0DE4E}" sibTransId="{7544B1B7-6704-4DD7-BD3A-D91E59E728E3}"/>
    <dgm:cxn modelId="{8804CFC0-CFF2-4B99-A5DF-26FDF7D3423C}" type="presOf" srcId="{4EB9CECA-F548-41EA-8D74-27BCA268BEC8}" destId="{BB4110CE-082E-4CF5-A870-379EADDF9829}" srcOrd="0" destOrd="0" presId="urn:microsoft.com/office/officeart/2008/layout/LinedList"/>
    <dgm:cxn modelId="{C88A147B-E483-4089-B599-506A69C996C4}" type="presParOf" srcId="{3864E01A-4732-458C-A7E4-C8D804A0389B}" destId="{CB7E08E1-7F1A-42DF-9E7C-67B68821F510}" srcOrd="0" destOrd="0" presId="urn:microsoft.com/office/officeart/2008/layout/LinedList"/>
    <dgm:cxn modelId="{5FA7ECB8-69FE-4D87-B4E5-7B654C99B66D}" type="presParOf" srcId="{3864E01A-4732-458C-A7E4-C8D804A0389B}" destId="{D7DED5B1-C9FB-4F12-AC8D-6573E0522D23}" srcOrd="1" destOrd="0" presId="urn:microsoft.com/office/officeart/2008/layout/LinedList"/>
    <dgm:cxn modelId="{5AB6E121-9BCB-415C-AB98-1113D5F0F0FF}" type="presParOf" srcId="{D7DED5B1-C9FB-4F12-AC8D-6573E0522D23}" destId="{BB4110CE-082E-4CF5-A870-379EADDF9829}" srcOrd="0" destOrd="0" presId="urn:microsoft.com/office/officeart/2008/layout/LinedList"/>
    <dgm:cxn modelId="{D109887D-78D0-4687-ABDD-5926B0A3EB42}" type="presParOf" srcId="{D7DED5B1-C9FB-4F12-AC8D-6573E0522D23}" destId="{6218ED1B-36BC-4AD8-A79A-8EDBF3181C6D}" srcOrd="1" destOrd="0" presId="urn:microsoft.com/office/officeart/2008/layout/LinedList"/>
    <dgm:cxn modelId="{54688775-C2CE-476D-8B84-E672752AF200}" type="presParOf" srcId="{3864E01A-4732-458C-A7E4-C8D804A0389B}" destId="{0D5CEFA3-BEB2-479F-997C-27FBFB20ADC6}" srcOrd="2" destOrd="0" presId="urn:microsoft.com/office/officeart/2008/layout/LinedList"/>
    <dgm:cxn modelId="{004B3174-7274-4125-8203-26D2187533CE}" type="presParOf" srcId="{3864E01A-4732-458C-A7E4-C8D804A0389B}" destId="{96BBC346-FA44-4ACD-8AD0-CD5D28783017}" srcOrd="3" destOrd="0" presId="urn:microsoft.com/office/officeart/2008/layout/LinedList"/>
    <dgm:cxn modelId="{10092362-FB66-477A-B6DD-4CAC79482F24}" type="presParOf" srcId="{96BBC346-FA44-4ACD-8AD0-CD5D28783017}" destId="{C78AF888-B2B8-4AA9-B27F-70EFB4BEE8CF}" srcOrd="0" destOrd="0" presId="urn:microsoft.com/office/officeart/2008/layout/LinedList"/>
    <dgm:cxn modelId="{B5FFD282-F5C7-4654-96B6-83CF7671A967}" type="presParOf" srcId="{96BBC346-FA44-4ACD-8AD0-CD5D28783017}" destId="{8C4BC65B-974C-448E-8D90-9BA7AD5DC01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7E08E1-7F1A-42DF-9E7C-67B68821F510}">
      <dsp:nvSpPr>
        <dsp:cNvPr id="0" name=""/>
        <dsp:cNvSpPr/>
      </dsp:nvSpPr>
      <dsp:spPr>
        <a:xfrm>
          <a:off x="0" y="0"/>
          <a:ext cx="6046132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B4110CE-082E-4CF5-A870-379EADDF9829}">
      <dsp:nvSpPr>
        <dsp:cNvPr id="0" name=""/>
        <dsp:cNvSpPr/>
      </dsp:nvSpPr>
      <dsp:spPr>
        <a:xfrm>
          <a:off x="0" y="0"/>
          <a:ext cx="6046132" cy="2302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3840" tIns="243840" rIns="243840" bIns="243840" numCol="1" spcCol="1270" anchor="t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6400" kern="1200" dirty="0"/>
            <a:t>Wat hebben we gedaan?</a:t>
          </a:r>
          <a:endParaRPr lang="en-US" sz="6400" kern="1200" dirty="0"/>
        </a:p>
      </dsp:txBody>
      <dsp:txXfrm>
        <a:off x="0" y="0"/>
        <a:ext cx="6046132" cy="2302933"/>
      </dsp:txXfrm>
    </dsp:sp>
    <dsp:sp modelId="{0D5CEFA3-BEB2-479F-997C-27FBFB20ADC6}">
      <dsp:nvSpPr>
        <dsp:cNvPr id="0" name=""/>
        <dsp:cNvSpPr/>
      </dsp:nvSpPr>
      <dsp:spPr>
        <a:xfrm>
          <a:off x="0" y="2302933"/>
          <a:ext cx="6046132" cy="0"/>
        </a:xfrm>
        <a:prstGeom prst="line">
          <a:avLst/>
        </a:prstGeom>
        <a:gradFill rotWithShape="0">
          <a:gsLst>
            <a:gs pos="0">
              <a:schemeClr val="accent2">
                <a:hueOff val="-490875"/>
                <a:satOff val="38812"/>
                <a:lumOff val="-784"/>
                <a:alphaOff val="0"/>
                <a:tint val="96000"/>
                <a:lumMod val="104000"/>
              </a:schemeClr>
            </a:gs>
            <a:gs pos="100000">
              <a:schemeClr val="accent2">
                <a:hueOff val="-490875"/>
                <a:satOff val="38812"/>
                <a:lumOff val="-784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490875"/>
              <a:satOff val="38812"/>
              <a:lumOff val="-784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78AF888-B2B8-4AA9-B27F-70EFB4BEE8CF}">
      <dsp:nvSpPr>
        <dsp:cNvPr id="0" name=""/>
        <dsp:cNvSpPr/>
      </dsp:nvSpPr>
      <dsp:spPr>
        <a:xfrm>
          <a:off x="0" y="2302933"/>
          <a:ext cx="6046132" cy="2302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3840" tIns="243840" rIns="243840" bIns="243840" numCol="1" spcCol="1270" anchor="t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6400" kern="1200" dirty="0"/>
            <a:t>Volgende Sprint</a:t>
          </a:r>
          <a:endParaRPr lang="en-US" sz="6400" kern="1200" dirty="0"/>
        </a:p>
      </dsp:txBody>
      <dsp:txXfrm>
        <a:off x="0" y="2302933"/>
        <a:ext cx="6046132" cy="23029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16-9-2025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4464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16-9-2025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1417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16-9-2025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5507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16-9-2025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52599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16-9-2025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4135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16-9-2025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37934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16-9-2025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71033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16-9-2025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02003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4A37A092-F479-4C17-8DAB-26C19D8DEF50}" type="datetimeFigureOut">
              <a:rPr lang="nl-NL" smtClean="0"/>
              <a:t>16-9-2025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5116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16-9-2025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1888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16-9-2025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064341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16-9-2025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560283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16-9-2025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60009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16-9-2025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566597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16-9-2025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68668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16-9-2025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822345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16-9-2025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39893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4A37A092-F479-4C17-8DAB-26C19D8DEF50}" type="datetimeFigureOut">
              <a:rPr lang="nl-NL" smtClean="0"/>
              <a:t>16-9-2025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289172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A2FB4-AE30-2A16-C593-EB54DEF46B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Sprint 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FF6E9-A07E-D9FC-FD58-83D34295F7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Matthijs ‘t Hart, Jamie </a:t>
            </a:r>
            <a:r>
              <a:rPr lang="nl-NL" dirty="0" err="1"/>
              <a:t>Baaij</a:t>
            </a:r>
            <a:r>
              <a:rPr lang="nl-NL" dirty="0"/>
              <a:t>, </a:t>
            </a:r>
            <a:r>
              <a:rPr lang="nl-NL" dirty="0" err="1"/>
              <a:t>Dax</a:t>
            </a:r>
            <a:r>
              <a:rPr lang="nl-NL" dirty="0"/>
              <a:t> Visser, </a:t>
            </a:r>
            <a:r>
              <a:rPr lang="nl-NL" dirty="0" err="1"/>
              <a:t>Kyrill</a:t>
            </a:r>
            <a:r>
              <a:rPr lang="nl-NL" dirty="0"/>
              <a:t> Kriek</a:t>
            </a:r>
            <a:br>
              <a:rPr lang="nl-NL" dirty="0"/>
            </a:br>
            <a:r>
              <a:rPr lang="nl-NL" dirty="0" err="1"/>
              <a:t>Floating</a:t>
            </a:r>
            <a:r>
              <a:rPr lang="nl-NL" dirty="0"/>
              <a:t> Farm</a:t>
            </a:r>
          </a:p>
        </p:txBody>
      </p:sp>
    </p:spTree>
    <p:extLst>
      <p:ext uri="{BB962C8B-B14F-4D97-AF65-F5344CB8AC3E}">
        <p14:creationId xmlns:p14="http://schemas.microsoft.com/office/powerpoint/2010/main" val="3519305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55603-2790-B12B-B0B5-1414FE360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851" y="1430179"/>
            <a:ext cx="3029313" cy="3675908"/>
          </a:xfrm>
        </p:spPr>
        <p:txBody>
          <a:bodyPr anchor="ctr">
            <a:normAutofit/>
          </a:bodyPr>
          <a:lstStyle/>
          <a:p>
            <a:r>
              <a:rPr lang="nl-NL" sz="4000"/>
              <a:t>Inhoud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475056-B0EB-44BE-8568-61ABEFB2E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4" y="0"/>
            <a:ext cx="8132066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C8E2EC-73A4-48C2-B4D7-D7726BD90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9971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82ABBDC-7A44-4AE8-A04F-B5495481B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94952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64420E-8580-DE79-BAC2-DC432FEEDB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9728825"/>
              </p:ext>
            </p:extLst>
          </p:nvPr>
        </p:nvGraphicFramePr>
        <p:xfrm>
          <a:off x="5054375" y="965200"/>
          <a:ext cx="6046133" cy="4605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61624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97DEE-8A82-8133-814C-C22C9822A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Afgelopen Sprint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EC2D2-23D9-2582-009F-C9AA32E67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84478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BCB48-81CE-C17F-4E1B-E16F9FA67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Demo(‘s)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39565-22DD-20A2-B34E-1FA28051E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6814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098AC-B5A0-ADAE-3ED0-CD81C8B82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Deze User </a:t>
            </a:r>
            <a:r>
              <a:rPr lang="nl-NL" dirty="0" err="1"/>
              <a:t>Stories</a:t>
            </a:r>
            <a:r>
              <a:rPr lang="nl-NL" dirty="0"/>
              <a:t> zijn we nog niet aan toegekomen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E34C3-F127-C91E-62FA-ABE8206DC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94543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16FE2-8D8C-7F98-35F4-2C37C5FA7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hebben we gedaan?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0D1E5-C72E-270B-6A56-8AB180F6A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Ondanks vertraging…</a:t>
            </a:r>
          </a:p>
          <a:p>
            <a:r>
              <a:rPr lang="nl-NL" dirty="0"/>
              <a:t>Samenwerkingsovereenkomst</a:t>
            </a:r>
          </a:p>
          <a:p>
            <a:r>
              <a:rPr lang="nl-NL" dirty="0"/>
              <a:t>Product </a:t>
            </a:r>
            <a:r>
              <a:rPr lang="nl-NL" dirty="0" err="1"/>
              <a:t>backlog</a:t>
            </a:r>
            <a:endParaRPr lang="nl-NL" dirty="0"/>
          </a:p>
          <a:p>
            <a:r>
              <a:rPr lang="nl-NL" dirty="0"/>
              <a:t>Concept Probleemomschrijving</a:t>
            </a:r>
          </a:p>
          <a:p>
            <a:r>
              <a:rPr lang="nl-NL" dirty="0" err="1"/>
              <a:t>Jira</a:t>
            </a:r>
            <a:r>
              <a:rPr lang="nl-NL" dirty="0"/>
              <a:t> – Planning</a:t>
            </a:r>
          </a:p>
          <a:p>
            <a:r>
              <a:rPr lang="nl-NL" dirty="0"/>
              <a:t>GitHub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88886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C89E1-D74D-5A9F-57D4-8DA703832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Volgende Sprint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64264-81B9-BCB7-DCFB-954A8780E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Meeting opdrachtgever</a:t>
            </a:r>
          </a:p>
          <a:p>
            <a:r>
              <a:rPr lang="nl-NL" dirty="0" err="1"/>
              <a:t>Requirements</a:t>
            </a:r>
            <a:r>
              <a:rPr lang="nl-NL" dirty="0"/>
              <a:t> opstellen</a:t>
            </a:r>
          </a:p>
          <a:p>
            <a:r>
              <a:rPr lang="nl-NL" dirty="0"/>
              <a:t>Product </a:t>
            </a:r>
            <a:r>
              <a:rPr lang="nl-NL" dirty="0" err="1"/>
              <a:t>backlog</a:t>
            </a:r>
            <a:r>
              <a:rPr lang="nl-NL" dirty="0"/>
              <a:t> invullen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14042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8C221-29AC-C68A-DE18-FFAB64C29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Vragen?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CC878-EE76-9B51-B735-FB5D5DFB9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037189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d5dcd13-9b93-4860-8686-258dec0e23b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D7DB9D69D51D4199EBB83E098F6C13" ma:contentTypeVersion="12" ma:contentTypeDescription="Create a new document." ma:contentTypeScope="" ma:versionID="ceb163bb5f87e201cdc653da3b4d8be7">
  <xsd:schema xmlns:xsd="http://www.w3.org/2001/XMLSchema" xmlns:xs="http://www.w3.org/2001/XMLSchema" xmlns:p="http://schemas.microsoft.com/office/2006/metadata/properties" xmlns:ns3="8d5dcd13-9b93-4860-8686-258dec0e23be" targetNamespace="http://schemas.microsoft.com/office/2006/metadata/properties" ma:root="true" ma:fieldsID="28cc82626ae761b4ac7541494d6f1d1e" ns3:_="">
    <xsd:import namespace="8d5dcd13-9b93-4860-8686-258dec0e23b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5dcd13-9b93-4860-8686-258dec0e23b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BE63DC0-0E79-4D45-AB99-081F8145E24C}">
  <ds:schemaRefs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www.w3.org/XML/1998/namespace"/>
    <ds:schemaRef ds:uri="8d5dcd13-9b93-4860-8686-258dec0e23be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3D4CFAA-434D-4462-B62D-1E23E404564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685628E-9CEE-488E-843E-DA0262089D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d5dcd13-9b93-4860-8686-258dec0e23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18</TotalTime>
  <Words>69</Words>
  <Application>Microsoft Office PowerPoint</Application>
  <PresentationFormat>Widescreen</PresentationFormat>
  <Paragraphs>20</Paragraphs>
  <Slides>8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Century Gothic</vt:lpstr>
      <vt:lpstr>Mesh</vt:lpstr>
      <vt:lpstr>Sprint 0</vt:lpstr>
      <vt:lpstr>Inhoud</vt:lpstr>
      <vt:lpstr>Afgelopen Sprint</vt:lpstr>
      <vt:lpstr>Demo(‘s)</vt:lpstr>
      <vt:lpstr>Deze User Stories zijn we nog niet aan toegekomen</vt:lpstr>
      <vt:lpstr>Wat hebben we gedaan?</vt:lpstr>
      <vt:lpstr>Volgende Sprint</vt:lpstr>
      <vt:lpstr>Vragen?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Matthijs t Hart (1095080)</dc:creator>
  <cp:lastModifiedBy>Matthijs t Hart (1095080)</cp:lastModifiedBy>
  <cp:revision>6</cp:revision>
  <dcterms:created xsi:type="dcterms:W3CDTF">2025-09-12T09:06:28Z</dcterms:created>
  <dcterms:modified xsi:type="dcterms:W3CDTF">2025-09-16T08:41:06Z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0x01010079D7DB9D69D51D4199EBB83E098F6C13</vt:lpwstr>
  </property>
</Properties>
</file>