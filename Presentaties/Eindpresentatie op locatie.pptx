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2BEAD-2361-453A-BA59-E6FEB6EC8BEC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07394-A084-4B67-A087-75A4EA020797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33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C07394-A084-4B67-A087-75A4EA020797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16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6D1C-410E-F35B-30EA-E5160F9B9A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6BD1FC-5E74-5102-127D-767FBBCBED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B1E8C-121E-C715-1228-7DA04E4A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2DE77-3978-F5AF-8A85-BABFFC3C0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07AAE-C842-67D9-7F35-22325A97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1004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DA7C-59F3-49BB-D3C3-80CE6C17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5D826-E6D8-D74E-31E0-F80B0DC7D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A81DA-D5F7-FBDB-5C19-AF163245B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AD75B-79FE-017B-1D9B-2F10D382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047D1-7867-D632-FE36-D11717FB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373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D9AE-20FD-ECB2-2B3C-99D50FF8E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08F73-B117-F022-3929-7E9096E0A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57E2B-BA3A-FC66-2689-16B93045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93512-2661-3EEB-70F9-37EAC650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3AE1A-A306-BE14-45C4-BD73EF25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4281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05EA-064B-37C7-E903-968EA68E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6F50F-0252-75FB-D7BA-86DA761AD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5BA60-3D1E-265A-A3C2-7E0737B0D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01E56-4F95-EFDF-0299-7DF8E5A5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4E40A-E77F-ABE5-1C7B-7FCC8ABA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D79EF-452E-AE41-1334-4887AA19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3408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F7DF-2BBA-1E0A-EE6D-BC36D9A35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26237-65CE-892B-9622-8EF81178B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C54D0-BF85-47AD-78DC-9218B1C9A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6F115-D5BE-C193-AF33-459EF417D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285D9-7C9D-54CB-385C-3688125EB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A07F1-237C-7BBA-5288-18F52365D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122B5D-A7C0-B26D-053B-B7CFA142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AABDC-212E-E0AD-8F3B-7FA554A8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130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00CEC-F024-DF00-1283-E15778947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F04F94-240B-32A5-5C97-3458F8F88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72F04A-3125-031B-EC54-FF0CA487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04055B-3316-0B43-5D2E-B8B6179F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1633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EFD2D-B17C-0502-E646-7218CC2A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55131-C61A-D2C3-3F99-60B781830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F1418-4E76-FC18-DB63-4740CC68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1375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5725-C7BA-FCCC-2860-B97A8B91A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D3D26-1F57-CF3C-28B4-33DE0B163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8D50A-8039-3460-489C-9DB529615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8FE18-3FD2-C8DC-DF9B-8205F7CF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9131D-9447-6C5C-8CA4-3F4CAB6E7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27737-6968-8912-4442-BEDC66D3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977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166AB-88B3-A42E-7AE2-55FEF3C0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F66AD4-454F-40F7-119A-1B918641A1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1773B-D383-029E-1983-FEE2E483C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737A5-54DF-FB35-2017-D167C662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DE438-7802-A95F-E456-EF521A634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AE40E-5D8D-0DAC-4E5A-13A00B94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3631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0F8F-6F84-2026-9D31-019E61F0D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EDD0D-9B6C-340D-E9F0-6628E6BC9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BC20F-629F-8B56-93C2-B60A8F00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A49D5-6CE4-5D8D-E1D0-D611C4C0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97EC7-17A5-9D7D-0E13-092DF02F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620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0623EF-36FC-F652-FA11-B74F6F7BB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93E7E-E1C4-6ADC-B222-B02042957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A85AD-7F0E-C5E3-D755-B8466CA8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F2B4F-C329-F92E-DEAA-CC96579B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4C4AC-77C3-2AAF-23C3-D50E6A64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3902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533D53-A73C-B141-125A-0215E96EB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CD65C-6027-8119-839F-F8A63717D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427E5-4B0F-6555-C7B3-35426E2C9A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7D267-6AFE-425D-AA48-B3A9370582B1}" type="datetimeFigureOut">
              <a:rPr lang="nl-NL" smtClean="0"/>
              <a:t>25-2-2026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556EE-3FC3-2F11-2916-9E2B74C5B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BF7FF-2909-42A4-E3AA-5230403B2D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DA36B-7802-4F6E-843B-631E0F1810C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400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pic>
        <p:nvPicPr>
          <p:cNvPr id="5" name="Picture 4" descr="A metal structure on the water&#10;&#10;AI-generated content may be incorrect.">
            <a:extLst>
              <a:ext uri="{FF2B5EF4-FFF2-40B4-BE49-F238E27FC236}">
                <a16:creationId xmlns:a16="http://schemas.microsoft.com/office/drawing/2014/main" id="{E7E1DB60-27B7-E182-CB81-F60128ACAF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" b="2048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3A4619-581F-4944-DAFA-A84B271CA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nl-NL" noProof="0" dirty="0">
                <a:solidFill>
                  <a:srgbClr val="FFFFFF"/>
                </a:solidFill>
              </a:rPr>
              <a:t>Stabilisatiesysteem voor de </a:t>
            </a:r>
            <a:r>
              <a:rPr lang="nl-NL" noProof="0" dirty="0" err="1">
                <a:solidFill>
                  <a:srgbClr val="FFFFFF"/>
                </a:solidFill>
              </a:rPr>
              <a:t>Floating</a:t>
            </a:r>
            <a:r>
              <a:rPr lang="nl-NL" noProof="0" dirty="0">
                <a:solidFill>
                  <a:srgbClr val="FFFFFF"/>
                </a:solidFill>
              </a:rPr>
              <a:t> Farm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8966-8E80-C8EA-7CDB-7E311D157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nl-NL" noProof="0" dirty="0">
                <a:solidFill>
                  <a:srgbClr val="FFFFFF"/>
                </a:solidFill>
              </a:rPr>
              <a:t>Matthijs ‘t Hart, </a:t>
            </a:r>
            <a:r>
              <a:rPr lang="nl-NL" noProof="0" dirty="0" err="1">
                <a:solidFill>
                  <a:srgbClr val="FFFFFF"/>
                </a:solidFill>
              </a:rPr>
              <a:t>Dax</a:t>
            </a:r>
            <a:r>
              <a:rPr lang="nl-NL" noProof="0" dirty="0">
                <a:solidFill>
                  <a:srgbClr val="FFFFFF"/>
                </a:solidFill>
              </a:rPr>
              <a:t> Visser, </a:t>
            </a:r>
            <a:r>
              <a:rPr lang="nl-NL" noProof="0" dirty="0" err="1">
                <a:solidFill>
                  <a:srgbClr val="FFFFFF"/>
                </a:solidFill>
              </a:rPr>
              <a:t>Kyrill</a:t>
            </a:r>
            <a:r>
              <a:rPr lang="nl-NL" noProof="0" dirty="0">
                <a:solidFill>
                  <a:srgbClr val="FFFFFF"/>
                </a:solidFill>
              </a:rPr>
              <a:t> Kriek</a:t>
            </a:r>
          </a:p>
        </p:txBody>
      </p:sp>
    </p:spTree>
    <p:extLst>
      <p:ext uri="{BB962C8B-B14F-4D97-AF65-F5344CB8AC3E}">
        <p14:creationId xmlns:p14="http://schemas.microsoft.com/office/powerpoint/2010/main" val="1844054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pic>
        <p:nvPicPr>
          <p:cNvPr id="5" name="Picture 4" descr="A building on the water&#10;&#10;AI-generated content may be incorrect.">
            <a:extLst>
              <a:ext uri="{FF2B5EF4-FFF2-40B4-BE49-F238E27FC236}">
                <a16:creationId xmlns:a16="http://schemas.microsoft.com/office/drawing/2014/main" id="{C726DEBE-AA71-9EE2-B88A-61B42D0BF7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A937D7-5C77-DFE8-4F70-E2799FAE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l-NL" noProof="0" dirty="0">
                <a:solidFill>
                  <a:srgbClr val="FFFFFF"/>
                </a:solidFill>
              </a:rPr>
              <a:t>Wat was er van ons gevraagd?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264C8-F644-148C-353B-C0718114F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nl-NL" noProof="0" dirty="0">
                <a:solidFill>
                  <a:srgbClr val="FFFFFF"/>
                </a:solidFill>
              </a:rPr>
              <a:t>Stabilisatiesysteem?</a:t>
            </a:r>
          </a:p>
          <a:p>
            <a:r>
              <a:rPr lang="nl-NL" noProof="0" dirty="0">
                <a:solidFill>
                  <a:srgbClr val="FFFFFF"/>
                </a:solidFill>
              </a:rPr>
              <a:t>Kan dat wel?</a:t>
            </a:r>
          </a:p>
        </p:txBody>
      </p:sp>
    </p:spTree>
    <p:extLst>
      <p:ext uri="{BB962C8B-B14F-4D97-AF65-F5344CB8AC3E}">
        <p14:creationId xmlns:p14="http://schemas.microsoft.com/office/powerpoint/2010/main" val="1678340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14C78B5-EC6B-4A39-8860-705100867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A3DEE1-13BA-5FEB-8C71-6BED768C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978"/>
            <a:ext cx="4391024" cy="1173700"/>
          </a:xfrm>
        </p:spPr>
        <p:txBody>
          <a:bodyPr anchor="t">
            <a:normAutofit/>
          </a:bodyPr>
          <a:lstStyle/>
          <a:p>
            <a:r>
              <a:rPr lang="nl-NL" sz="3700" noProof="0" dirty="0">
                <a:solidFill>
                  <a:schemeClr val="bg1"/>
                </a:solidFill>
              </a:rPr>
              <a:t>Wat hebben wij gedaan?</a:t>
            </a:r>
          </a:p>
        </p:txBody>
      </p:sp>
      <p:pic>
        <p:nvPicPr>
          <p:cNvPr id="7" name="Content Placeholder 6" descr="A close-up of a game&#10;&#10;AI-generated content may be incorrect.">
            <a:extLst>
              <a:ext uri="{FF2B5EF4-FFF2-40B4-BE49-F238E27FC236}">
                <a16:creationId xmlns:a16="http://schemas.microsoft.com/office/drawing/2014/main" id="{86314320-6234-5A4E-F140-B256C04B1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6" r="23547"/>
          <a:stretch>
            <a:fillRect/>
          </a:stretch>
        </p:blipFill>
        <p:spPr>
          <a:xfrm>
            <a:off x="20" y="10"/>
            <a:ext cx="4000480" cy="3904882"/>
          </a:xfrm>
          <a:custGeom>
            <a:avLst/>
            <a:gdLst/>
            <a:ahLst/>
            <a:cxnLst/>
            <a:rect l="l" t="t" r="r" b="b"/>
            <a:pathLst>
              <a:path w="4000500" h="3413410">
                <a:moveTo>
                  <a:pt x="0" y="0"/>
                </a:moveTo>
                <a:lnTo>
                  <a:pt x="4000500" y="0"/>
                </a:lnTo>
                <a:lnTo>
                  <a:pt x="4000500" y="3330603"/>
                </a:lnTo>
                <a:lnTo>
                  <a:pt x="416174" y="3413410"/>
                </a:lnTo>
                <a:lnTo>
                  <a:pt x="0" y="3408169"/>
                </a:lnTo>
                <a:close/>
              </a:path>
            </a:pathLst>
          </a:custGeom>
        </p:spPr>
      </p:pic>
      <p:pic>
        <p:nvPicPr>
          <p:cNvPr id="12" name="Picture 11" descr="A red box with blue pipes&#10;&#10;AI-generated content may be incorrect.">
            <a:extLst>
              <a:ext uri="{FF2B5EF4-FFF2-40B4-BE49-F238E27FC236}">
                <a16:creationId xmlns:a16="http://schemas.microsoft.com/office/drawing/2014/main" id="{E832F088-0B82-EE0A-8DFF-F6E54E8C8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0" r="11057" b="-1"/>
          <a:stretch>
            <a:fillRect/>
          </a:stretch>
        </p:blipFill>
        <p:spPr>
          <a:xfrm>
            <a:off x="4191002" y="10"/>
            <a:ext cx="3809998" cy="3904881"/>
          </a:xfrm>
          <a:custGeom>
            <a:avLst/>
            <a:gdLst/>
            <a:ahLst/>
            <a:cxnLst/>
            <a:rect l="l" t="t" r="r" b="b"/>
            <a:pathLst>
              <a:path w="3809998" h="3361533">
                <a:moveTo>
                  <a:pt x="0" y="0"/>
                </a:moveTo>
                <a:lnTo>
                  <a:pt x="3809998" y="0"/>
                </a:lnTo>
                <a:lnTo>
                  <a:pt x="3809998" y="3353206"/>
                </a:lnTo>
                <a:lnTo>
                  <a:pt x="1781628" y="3181423"/>
                </a:lnTo>
                <a:lnTo>
                  <a:pt x="0" y="3361533"/>
                </a:lnTo>
                <a:close/>
              </a:path>
            </a:pathLst>
          </a:custGeom>
        </p:spPr>
      </p:pic>
      <p:pic>
        <p:nvPicPr>
          <p:cNvPr id="10" name="Picture 9" descr="A machine with wires and wires&#10;&#10;AI-generated content may be incorrect.">
            <a:extLst>
              <a:ext uri="{FF2B5EF4-FFF2-40B4-BE49-F238E27FC236}">
                <a16:creationId xmlns:a16="http://schemas.microsoft.com/office/drawing/2014/main" id="{69219A6B-B0D4-3DCA-15DB-4769334925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85" r="27378"/>
          <a:stretch>
            <a:fillRect/>
          </a:stretch>
        </p:blipFill>
        <p:spPr>
          <a:xfrm>
            <a:off x="8191500" y="-1"/>
            <a:ext cx="4000500" cy="4008409"/>
          </a:xfrm>
          <a:custGeom>
            <a:avLst/>
            <a:gdLst/>
            <a:ahLst/>
            <a:cxnLst/>
            <a:rect l="l" t="t" r="r" b="b"/>
            <a:pathLst>
              <a:path w="4000500" h="3403026">
                <a:moveTo>
                  <a:pt x="0" y="0"/>
                </a:moveTo>
                <a:lnTo>
                  <a:pt x="4000500" y="0"/>
                </a:lnTo>
                <a:lnTo>
                  <a:pt x="4000500" y="3403026"/>
                </a:lnTo>
                <a:lnTo>
                  <a:pt x="9072" y="3370108"/>
                </a:lnTo>
                <a:lnTo>
                  <a:pt x="0" y="3369340"/>
                </a:lnTo>
                <a:close/>
              </a:path>
            </a:pathLst>
          </a:cu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A50943B0-FDF7-4C2C-B784-9208C945A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4021FAB-FA86-49DE-8FC9-585A1729B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B58B526-A432-4EB5-AA70-2BB897257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6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 dirty="0"/>
            </a:p>
          </p:txBody>
        </p:sp>
      </p:grp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F2368E8-4AF5-4654-4893-BBC8D3C06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766267"/>
            <a:ext cx="5692774" cy="1077411"/>
          </a:xfrm>
        </p:spPr>
        <p:txBody>
          <a:bodyPr>
            <a:normAutofit/>
          </a:bodyPr>
          <a:lstStyle/>
          <a:p>
            <a:endParaRPr lang="nl-NL" sz="2400" noProof="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708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8500-738A-DE18-C83B-61AFF17B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anchor="t">
            <a:normAutofit/>
          </a:bodyPr>
          <a:lstStyle/>
          <a:p>
            <a:r>
              <a:rPr lang="nl-NL" sz="3200" noProof="0" dirty="0"/>
              <a:t>Hoe werkt het nou?</a:t>
            </a:r>
          </a:p>
        </p:txBody>
      </p:sp>
      <p:pic>
        <p:nvPicPr>
          <p:cNvPr id="7" name="Content Placeholder 6" descr="A red box with blue pipes&#10;&#10;AI-generated content may be incorrect.">
            <a:extLst>
              <a:ext uri="{FF2B5EF4-FFF2-40B4-BE49-F238E27FC236}">
                <a16:creationId xmlns:a16="http://schemas.microsoft.com/office/drawing/2014/main" id="{4E9F1052-EA48-7478-3F2B-32EAB994C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6" r="6094" b="-1"/>
          <a:stretch>
            <a:fillRect/>
          </a:stretch>
        </p:blipFill>
        <p:spPr>
          <a:xfrm>
            <a:off x="-9886" y="10"/>
            <a:ext cx="7572605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50DF664B-D023-B69B-9574-72112CDC3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nl-NL" sz="2000" noProof="0" dirty="0"/>
              <a:t>2 Systemen</a:t>
            </a:r>
          </a:p>
          <a:p>
            <a:r>
              <a:rPr lang="nl-NL" sz="2000" noProof="0" dirty="0"/>
              <a:t>Niet aan elkaar verbonden</a:t>
            </a:r>
          </a:p>
          <a:p>
            <a:r>
              <a:rPr lang="nl-NL" sz="2000" noProof="0" dirty="0"/>
              <a:t>Waarom?</a:t>
            </a:r>
          </a:p>
          <a:p>
            <a:endParaRPr lang="nl-NL" sz="2000" noProof="0" dirty="0"/>
          </a:p>
          <a:p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223051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DAA6C16-BF9B-4A3E-BC70-EE6015D4F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0E8516-55BC-2F23-8FAF-4EB01020A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9978"/>
            <a:ext cx="4391024" cy="1173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3700" kern="1200" noProof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Hoe zijn we hierbij gekomen?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BF783F-FB84-3FA8-B86D-608A9188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" r="8203" b="-2"/>
          <a:stretch>
            <a:fillRect/>
          </a:stretch>
        </p:blipFill>
        <p:spPr>
          <a:xfrm>
            <a:off x="6" y="-1"/>
            <a:ext cx="6000749" cy="3911828"/>
          </a:xfrm>
          <a:custGeom>
            <a:avLst/>
            <a:gdLst/>
            <a:ahLst/>
            <a:cxnLst/>
            <a:rect l="l" t="t" r="r" b="b"/>
            <a:pathLst>
              <a:path w="6000749" h="3911828">
                <a:moveTo>
                  <a:pt x="0" y="0"/>
                </a:moveTo>
                <a:lnTo>
                  <a:pt x="6000749" y="0"/>
                </a:lnTo>
                <a:lnTo>
                  <a:pt x="6000749" y="3767827"/>
                </a:lnTo>
                <a:lnTo>
                  <a:pt x="5572124" y="3740378"/>
                </a:lnTo>
                <a:lnTo>
                  <a:pt x="0" y="3911828"/>
                </a:lnTo>
                <a:close/>
              </a:path>
            </a:pathLst>
          </a:custGeom>
        </p:spPr>
      </p:pic>
      <p:pic>
        <p:nvPicPr>
          <p:cNvPr id="7" name="Content Placeholder 6" descr="A submarine in the water&#10;&#10;AI-generated content may be incorrect.">
            <a:extLst>
              <a:ext uri="{FF2B5EF4-FFF2-40B4-BE49-F238E27FC236}">
                <a16:creationId xmlns:a16="http://schemas.microsoft.com/office/drawing/2014/main" id="{DAAE72A0-1442-67C0-6C56-87D55A28D5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" r="1" b="1"/>
          <a:stretch>
            <a:fillRect/>
          </a:stretch>
        </p:blipFill>
        <p:spPr>
          <a:xfrm>
            <a:off x="6191245" y="-1"/>
            <a:ext cx="6000750" cy="3988028"/>
          </a:xfrm>
          <a:custGeom>
            <a:avLst/>
            <a:gdLst/>
            <a:ahLst/>
            <a:cxnLst/>
            <a:rect l="l" t="t" r="r" b="b"/>
            <a:pathLst>
              <a:path w="6000750" h="3988028">
                <a:moveTo>
                  <a:pt x="0" y="0"/>
                </a:moveTo>
                <a:lnTo>
                  <a:pt x="6000750" y="0"/>
                </a:lnTo>
                <a:lnTo>
                  <a:pt x="6000750" y="797153"/>
                </a:lnTo>
                <a:lnTo>
                  <a:pt x="6000750" y="2634343"/>
                </a:lnTo>
                <a:lnTo>
                  <a:pt x="6000750" y="3911828"/>
                </a:lnTo>
                <a:lnTo>
                  <a:pt x="3248025" y="3988028"/>
                </a:lnTo>
                <a:lnTo>
                  <a:pt x="0" y="3780026"/>
                </a:lnTo>
                <a:close/>
              </a:path>
            </a:pathLst>
          </a:cu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noProof="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642DF5D-CEED-A815-E1B6-A6E5568ACD23}"/>
              </a:ext>
            </a:extLst>
          </p:cNvPr>
          <p:cNvSpPr txBox="1"/>
          <p:nvPr/>
        </p:nvSpPr>
        <p:spPr>
          <a:xfrm>
            <a:off x="5664201" y="4766267"/>
            <a:ext cx="5692774" cy="1077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nl-NL" sz="2400" noProof="0" dirty="0">
                <a:solidFill>
                  <a:schemeClr val="bg1">
                    <a:alpha val="80000"/>
                  </a:schemeClr>
                </a:solidFill>
              </a:rPr>
              <a:t>Onderzeeërs?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nl-NL" sz="2400" noProof="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4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0639-8C14-9B4D-7036-183AD0677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Wat kunnen wij zeggen over het echte 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41BBF-0C52-A98C-2609-77363DA9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Wat kan er anders zijn?</a:t>
            </a:r>
          </a:p>
          <a:p>
            <a:pPr marL="0" indent="0">
              <a:buNone/>
            </a:pPr>
            <a:r>
              <a:rPr lang="nl-NL" noProof="0" dirty="0"/>
              <a:t>	- implementatie van systeem</a:t>
            </a:r>
          </a:p>
          <a:p>
            <a:pPr marL="0" indent="0">
              <a:buNone/>
            </a:pPr>
            <a:r>
              <a:rPr lang="nl-NL" dirty="0"/>
              <a:t>	- grote van systeem</a:t>
            </a:r>
            <a:endParaRPr lang="nl-NL" noProof="0" dirty="0"/>
          </a:p>
          <a:p>
            <a:r>
              <a:rPr lang="nl-NL" noProof="0" dirty="0"/>
              <a:t>Wat zal hetzelfde zijn?</a:t>
            </a:r>
          </a:p>
          <a:p>
            <a:pPr marL="0" indent="0">
              <a:buNone/>
            </a:pPr>
            <a:r>
              <a:rPr lang="nl-NL" dirty="0"/>
              <a:t>	- detectie methode</a:t>
            </a:r>
          </a:p>
          <a:p>
            <a:pPr marL="0" indent="0">
              <a:buNone/>
            </a:pPr>
            <a:r>
              <a:rPr lang="nl-NL" noProof="0" dirty="0"/>
              <a:t>	- </a:t>
            </a:r>
            <a:r>
              <a:rPr lang="nl-NL" dirty="0"/>
              <a:t>principe voor stabilisatie </a:t>
            </a:r>
            <a:endParaRPr lang="nl-NL" noProof="0" dirty="0"/>
          </a:p>
          <a:p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345417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94</Words>
  <Application>Microsoft Office PowerPoint</Application>
  <PresentationFormat>Breedbeeld</PresentationFormat>
  <Paragraphs>20</Paragraphs>
  <Slides>6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Stabilisatiesysteem voor de Floating Farm</vt:lpstr>
      <vt:lpstr>Wat was er van ons gevraagd?</vt:lpstr>
      <vt:lpstr>Wat hebben wij gedaan?</vt:lpstr>
      <vt:lpstr>Hoe werkt het nou?</vt:lpstr>
      <vt:lpstr>Hoe zijn we hierbij gekomen?</vt:lpstr>
      <vt:lpstr>Wat kunnen wij zeggen over het echte ding?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Matthijs t Hart (1095080)</dc:creator>
  <cp:lastModifiedBy>Kyrill Kriek (1054254)</cp:lastModifiedBy>
  <cp:revision>6</cp:revision>
  <dcterms:created xsi:type="dcterms:W3CDTF">2026-02-25T14:12:10Z</dcterms:created>
  <dcterms:modified xsi:type="dcterms:W3CDTF">2026-02-25T14:59:36Z</dcterms:modified>
</cp:coreProperties>
</file>