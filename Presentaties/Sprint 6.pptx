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4"/>
  </p:sldMasterIdLst>
  <p:sldIdLst>
    <p:sldId id="256" r:id="rId5"/>
    <p:sldId id="269" r:id="rId6"/>
    <p:sldId id="257" r:id="rId7"/>
    <p:sldId id="258" r:id="rId8"/>
    <p:sldId id="270" r:id="rId9"/>
    <p:sldId id="271" r:id="rId10"/>
    <p:sldId id="272" r:id="rId11"/>
    <p:sldId id="259" r:id="rId12"/>
    <p:sldId id="260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649AFF-7B2E-4458-AB7E-1CB8554869BE}">
          <p14:sldIdLst>
            <p14:sldId id="256"/>
            <p14:sldId id="269"/>
            <p14:sldId id="257"/>
            <p14:sldId id="258"/>
            <p14:sldId id="270"/>
            <p14:sldId id="271"/>
            <p14:sldId id="272"/>
            <p14:sldId id="259"/>
            <p14:sldId id="260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C40C7-85B7-4CB0-84F5-A872F4260D02}" v="8" dt="2026-01-06T12:35:52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x Visser (1110166)" userId="18ef0d71-56ab-4448-86a5-7ac2420fc301" providerId="ADAL" clId="{450C40C7-85B7-4CB0-84F5-A872F4260D02}"/>
    <pc:docChg chg="undo custSel modSld">
      <pc:chgData name="Dax Visser (1110166)" userId="18ef0d71-56ab-4448-86a5-7ac2420fc301" providerId="ADAL" clId="{450C40C7-85B7-4CB0-84F5-A872F4260D02}" dt="2026-01-06T12:51:50.263" v="21" actId="26606"/>
      <pc:docMkLst>
        <pc:docMk/>
      </pc:docMkLst>
      <pc:sldChg chg="modSp">
        <pc:chgData name="Dax Visser (1110166)" userId="18ef0d71-56ab-4448-86a5-7ac2420fc301" providerId="ADAL" clId="{450C40C7-85B7-4CB0-84F5-A872F4260D02}" dt="2026-01-06T12:35:52.087" v="7" actId="20577"/>
        <pc:sldMkLst>
          <pc:docMk/>
          <pc:sldMk cId="561624698" sldId="257"/>
        </pc:sldMkLst>
        <pc:graphicFrameChg chg="mod">
          <ac:chgData name="Dax Visser (1110166)" userId="18ef0d71-56ab-4448-86a5-7ac2420fc301" providerId="ADAL" clId="{450C40C7-85B7-4CB0-84F5-A872F4260D02}" dt="2026-01-06T12:35:52.087" v="7" actId="20577"/>
          <ac:graphicFrameMkLst>
            <pc:docMk/>
            <pc:sldMk cId="561624698" sldId="257"/>
            <ac:graphicFrameMk id="5" creationId="{FE64420E-8580-DE79-BAC2-DC432FEEDB42}"/>
          </ac:graphicFrameMkLst>
        </pc:graphicFrameChg>
      </pc:sldChg>
      <pc:sldChg chg="modSp mod">
        <pc:chgData name="Dax Visser (1110166)" userId="18ef0d71-56ab-4448-86a5-7ac2420fc301" providerId="ADAL" clId="{450C40C7-85B7-4CB0-84F5-A872F4260D02}" dt="2026-01-06T12:48:55.634" v="8" actId="20577"/>
        <pc:sldMkLst>
          <pc:docMk/>
          <pc:sldMk cId="4184478922" sldId="258"/>
        </pc:sldMkLst>
        <pc:spChg chg="mod">
          <ac:chgData name="Dax Visser (1110166)" userId="18ef0d71-56ab-4448-86a5-7ac2420fc301" providerId="ADAL" clId="{450C40C7-85B7-4CB0-84F5-A872F4260D02}" dt="2026-01-06T12:48:55.634" v="8" actId="20577"/>
          <ac:spMkLst>
            <pc:docMk/>
            <pc:sldMk cId="4184478922" sldId="258"/>
            <ac:spMk id="3" creationId="{027EC2D2-23D9-2582-009F-C9AA32E67A48}"/>
          </ac:spMkLst>
        </pc:spChg>
      </pc:sldChg>
      <pc:sldChg chg="addSp delSp modSp mod setBg">
        <pc:chgData name="Dax Visser (1110166)" userId="18ef0d71-56ab-4448-86a5-7ac2420fc301" providerId="ADAL" clId="{450C40C7-85B7-4CB0-84F5-A872F4260D02}" dt="2026-01-06T12:51:50.263" v="21" actId="26606"/>
        <pc:sldMkLst>
          <pc:docMk/>
          <pc:sldMk cId="3103718938" sldId="264"/>
        </pc:sldMkLst>
        <pc:spChg chg="mod">
          <ac:chgData name="Dax Visser (1110166)" userId="18ef0d71-56ab-4448-86a5-7ac2420fc301" providerId="ADAL" clId="{450C40C7-85B7-4CB0-84F5-A872F4260D02}" dt="2026-01-06T12:51:50.263" v="21" actId="26606"/>
          <ac:spMkLst>
            <pc:docMk/>
            <pc:sldMk cId="3103718938" sldId="264"/>
            <ac:spMk id="2" creationId="{2CB8C221-29AC-C68A-DE18-FFAB64C299EB}"/>
          </ac:spMkLst>
        </pc:spChg>
        <pc:spChg chg="del">
          <ac:chgData name="Dax Visser (1110166)" userId="18ef0d71-56ab-4448-86a5-7ac2420fc301" providerId="ADAL" clId="{450C40C7-85B7-4CB0-84F5-A872F4260D02}" dt="2026-01-06T12:51:41.052" v="16" actId="478"/>
          <ac:spMkLst>
            <pc:docMk/>
            <pc:sldMk cId="3103718938" sldId="264"/>
            <ac:spMk id="3" creationId="{768CC878-EE76-9B51-B735-FB5D5DFB94BA}"/>
          </ac:spMkLst>
        </pc:spChg>
        <pc:spChg chg="add del">
          <ac:chgData name="Dax Visser (1110166)" userId="18ef0d71-56ab-4448-86a5-7ac2420fc301" providerId="ADAL" clId="{450C40C7-85B7-4CB0-84F5-A872F4260D02}" dt="2026-01-06T12:51:50.243" v="20" actId="26606"/>
          <ac:spMkLst>
            <pc:docMk/>
            <pc:sldMk cId="3103718938" sldId="264"/>
            <ac:spMk id="10" creationId="{0DC895F7-4E59-40FB-87DD-ACE47F94C143}"/>
          </ac:spMkLst>
        </pc:spChg>
        <pc:picChg chg="add del">
          <ac:chgData name="Dax Visser (1110166)" userId="18ef0d71-56ab-4448-86a5-7ac2420fc301" providerId="ADAL" clId="{450C40C7-85B7-4CB0-84F5-A872F4260D02}" dt="2026-01-06T12:51:50.243" v="20" actId="26606"/>
          <ac:picMkLst>
            <pc:docMk/>
            <pc:sldMk cId="3103718938" sldId="264"/>
            <ac:picMk id="4" creationId="{2545E8FD-39C0-D646-BD3D-4341A22B245A}"/>
          </ac:picMkLst>
        </pc:picChg>
        <pc:picChg chg="add del">
          <ac:chgData name="Dax Visser (1110166)" userId="18ef0d71-56ab-4448-86a5-7ac2420fc301" providerId="ADAL" clId="{450C40C7-85B7-4CB0-84F5-A872F4260D02}" dt="2026-01-06T12:51:48.798" v="18" actId="26606"/>
          <ac:picMkLst>
            <pc:docMk/>
            <pc:sldMk cId="3103718938" sldId="264"/>
            <ac:picMk id="6" creationId="{6D8AFA5B-3EBC-07DF-350D-E4D5F5C9BD38}"/>
          </ac:picMkLst>
        </pc:picChg>
        <pc:picChg chg="add del">
          <ac:chgData name="Dax Visser (1110166)" userId="18ef0d71-56ab-4448-86a5-7ac2420fc301" providerId="ADAL" clId="{450C40C7-85B7-4CB0-84F5-A872F4260D02}" dt="2026-01-06T12:51:50.243" v="20" actId="26606"/>
          <ac:picMkLst>
            <pc:docMk/>
            <pc:sldMk cId="3103718938" sldId="264"/>
            <ac:picMk id="8" creationId="{CBECFFDC-94DB-4DA3-94FE-22FEDDA8FA30}"/>
          </ac:picMkLst>
        </pc:picChg>
        <pc:picChg chg="add del">
          <ac:chgData name="Dax Visser (1110166)" userId="18ef0d71-56ab-4448-86a5-7ac2420fc301" providerId="ADAL" clId="{450C40C7-85B7-4CB0-84F5-A872F4260D02}" dt="2026-01-06T12:51:48.798" v="18" actId="26606"/>
          <ac:picMkLst>
            <pc:docMk/>
            <pc:sldMk cId="3103718938" sldId="264"/>
            <ac:picMk id="9" creationId="{6AF6706C-CF07-43A1-BCC4-CBA5D33820DA}"/>
          </ac:picMkLst>
        </pc:picChg>
        <pc:picChg chg="add del">
          <ac:chgData name="Dax Visser (1110166)" userId="18ef0d71-56ab-4448-86a5-7ac2420fc301" providerId="ADAL" clId="{450C40C7-85B7-4CB0-84F5-A872F4260D02}" dt="2026-01-06T12:51:50.243" v="20" actId="26606"/>
          <ac:picMkLst>
            <pc:docMk/>
            <pc:sldMk cId="3103718938" sldId="264"/>
            <ac:picMk id="12" creationId="{1A4C720E-710D-44F8-A8D7-2BAA61E1814B}"/>
          </ac:picMkLst>
        </pc:picChg>
        <pc:picChg chg="add">
          <ac:chgData name="Dax Visser (1110166)" userId="18ef0d71-56ab-4448-86a5-7ac2420fc301" providerId="ADAL" clId="{450C40C7-85B7-4CB0-84F5-A872F4260D02}" dt="2026-01-06T12:51:50.263" v="21" actId="26606"/>
          <ac:picMkLst>
            <pc:docMk/>
            <pc:sldMk cId="3103718938" sldId="264"/>
            <ac:picMk id="14" creationId="{6AF6706C-CF07-43A1-BCC4-CBA5D33820DA}"/>
          </ac:picMkLst>
        </pc:picChg>
        <pc:picChg chg="add">
          <ac:chgData name="Dax Visser (1110166)" userId="18ef0d71-56ab-4448-86a5-7ac2420fc301" providerId="ADAL" clId="{450C40C7-85B7-4CB0-84F5-A872F4260D02}" dt="2026-01-06T12:51:50.263" v="21" actId="26606"/>
          <ac:picMkLst>
            <pc:docMk/>
            <pc:sldMk cId="3103718938" sldId="264"/>
            <ac:picMk id="15" creationId="{6D8AFA5B-3EBC-07DF-350D-E4D5F5C9BD38}"/>
          </ac:picMkLst>
        </pc:picChg>
      </pc:sldChg>
      <pc:sldChg chg="addSp delSp modSp mod setBg">
        <pc:chgData name="Dax Visser (1110166)" userId="18ef0d71-56ab-4448-86a5-7ac2420fc301" providerId="ADAL" clId="{450C40C7-85B7-4CB0-84F5-A872F4260D02}" dt="2026-01-06T12:50:17.684" v="15" actId="26606"/>
        <pc:sldMkLst>
          <pc:docMk/>
          <pc:sldMk cId="218041867" sldId="272"/>
        </pc:sldMkLst>
        <pc:spChg chg="mod">
          <ac:chgData name="Dax Visser (1110166)" userId="18ef0d71-56ab-4448-86a5-7ac2420fc301" providerId="ADAL" clId="{450C40C7-85B7-4CB0-84F5-A872F4260D02}" dt="2026-01-06T12:50:17.684" v="15" actId="26606"/>
          <ac:spMkLst>
            <pc:docMk/>
            <pc:sldMk cId="218041867" sldId="272"/>
            <ac:spMk id="2" creationId="{AE154AE4-5C95-62BE-2D21-723C585804C9}"/>
          </ac:spMkLst>
        </pc:spChg>
        <pc:spChg chg="add del">
          <ac:chgData name="Dax Visser (1110166)" userId="18ef0d71-56ab-4448-86a5-7ac2420fc301" providerId="ADAL" clId="{450C40C7-85B7-4CB0-84F5-A872F4260D02}" dt="2026-01-06T12:50:01.629" v="10" actId="26606"/>
          <ac:spMkLst>
            <pc:docMk/>
            <pc:sldMk cId="218041867" sldId="272"/>
            <ac:spMk id="10" creationId="{7C4BDB12-373D-738D-AF53-F8A7AC1B02CB}"/>
          </ac:spMkLst>
        </pc:spChg>
        <pc:spChg chg="add del">
          <ac:chgData name="Dax Visser (1110166)" userId="18ef0d71-56ab-4448-86a5-7ac2420fc301" providerId="ADAL" clId="{450C40C7-85B7-4CB0-84F5-A872F4260D02}" dt="2026-01-06T12:50:08.570" v="12" actId="26606"/>
          <ac:spMkLst>
            <pc:docMk/>
            <pc:sldMk cId="218041867" sldId="272"/>
            <ac:spMk id="12" creationId="{FA8F8254-683F-9393-9CE1-5BAE4992FAC9}"/>
          </ac:spMkLst>
        </pc:spChg>
        <pc:spChg chg="add del">
          <ac:chgData name="Dax Visser (1110166)" userId="18ef0d71-56ab-4448-86a5-7ac2420fc301" providerId="ADAL" clId="{450C40C7-85B7-4CB0-84F5-A872F4260D02}" dt="2026-01-06T12:50:13.938" v="14" actId="478"/>
          <ac:spMkLst>
            <pc:docMk/>
            <pc:sldMk cId="218041867" sldId="272"/>
            <ac:spMk id="14" creationId="{EFD79533-EA07-5C1F-BDC1-743BDE7A6F25}"/>
          </ac:spMkLst>
        </pc:spChg>
        <pc:picChg chg="mod">
          <ac:chgData name="Dax Visser (1110166)" userId="18ef0d71-56ab-4448-86a5-7ac2420fc301" providerId="ADAL" clId="{450C40C7-85B7-4CB0-84F5-A872F4260D02}" dt="2026-01-06T12:50:17.684" v="15" actId="26606"/>
          <ac:picMkLst>
            <pc:docMk/>
            <pc:sldMk cId="218041867" sldId="272"/>
            <ac:picMk id="6" creationId="{8F3450A3-0336-6B3F-4878-0397B7DA9310}"/>
          </ac:picMkLst>
        </pc:picChg>
        <pc:picChg chg="add">
          <ac:chgData name="Dax Visser (1110166)" userId="18ef0d71-56ab-4448-86a5-7ac2420fc301" providerId="ADAL" clId="{450C40C7-85B7-4CB0-84F5-A872F4260D02}" dt="2026-01-06T12:50:17.684" v="15" actId="26606"/>
          <ac:picMkLst>
            <pc:docMk/>
            <pc:sldMk cId="218041867" sldId="272"/>
            <ac:picMk id="11" creationId="{6AF6706C-CF07-43A1-BCC4-CBA5D33820D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A44AA-7B44-4C6A-8E45-1D4360E100E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1041D84-036D-4C99-9F44-6591B12AF9AD}">
      <dgm:prSet/>
      <dgm:spPr/>
      <dgm:t>
        <a:bodyPr/>
        <a:lstStyle/>
        <a:p>
          <a:r>
            <a:rPr lang="nl-NL"/>
            <a:t>Afgelopen Sprint</a:t>
          </a:r>
          <a:endParaRPr lang="en-US"/>
        </a:p>
      </dgm:t>
    </dgm:pt>
    <dgm:pt modelId="{B322792F-B228-47DD-A19E-4417979C5367}" type="parTrans" cxnId="{44F21DE2-BDCE-46D0-88F6-F0561C284F17}">
      <dgm:prSet/>
      <dgm:spPr/>
      <dgm:t>
        <a:bodyPr/>
        <a:lstStyle/>
        <a:p>
          <a:endParaRPr lang="en-US"/>
        </a:p>
      </dgm:t>
    </dgm:pt>
    <dgm:pt modelId="{FE32F3CE-8862-453C-A83C-E6C4CC10271F}" type="sibTrans" cxnId="{44F21DE2-BDCE-46D0-88F6-F0561C284F17}">
      <dgm:prSet/>
      <dgm:spPr/>
      <dgm:t>
        <a:bodyPr/>
        <a:lstStyle/>
        <a:p>
          <a:endParaRPr lang="en-US"/>
        </a:p>
      </dgm:t>
    </dgm:pt>
    <dgm:pt modelId="{6395127E-9425-4E4D-A825-6DE9888D5708}">
      <dgm:prSet/>
      <dgm:spPr/>
      <dgm:t>
        <a:bodyPr/>
        <a:lstStyle/>
        <a:p>
          <a:r>
            <a:rPr lang="nl-NL" dirty="0"/>
            <a:t>Voortgang user </a:t>
          </a:r>
          <a:r>
            <a:rPr lang="nl-NL" dirty="0" err="1"/>
            <a:t>stories</a:t>
          </a:r>
          <a:endParaRPr lang="en-US" dirty="0"/>
        </a:p>
      </dgm:t>
    </dgm:pt>
    <dgm:pt modelId="{D37EE379-4C3E-4BE2-9DBB-37AD4EBEF7A3}" type="parTrans" cxnId="{8BAB5D6A-2E83-4D8D-B5FD-F2F903F4931C}">
      <dgm:prSet/>
      <dgm:spPr/>
      <dgm:t>
        <a:bodyPr/>
        <a:lstStyle/>
        <a:p>
          <a:endParaRPr lang="en-US"/>
        </a:p>
      </dgm:t>
    </dgm:pt>
    <dgm:pt modelId="{4B73D859-E836-4727-B5BB-6E4C2028B132}" type="sibTrans" cxnId="{8BAB5D6A-2E83-4D8D-B5FD-F2F903F4931C}">
      <dgm:prSet/>
      <dgm:spPr/>
      <dgm:t>
        <a:bodyPr/>
        <a:lstStyle/>
        <a:p>
          <a:endParaRPr lang="en-US"/>
        </a:p>
      </dgm:t>
    </dgm:pt>
    <dgm:pt modelId="{B06F7A36-16A3-4FB7-A6F2-5EE5F845E2A0}">
      <dgm:prSet/>
      <dgm:spPr/>
      <dgm:t>
        <a:bodyPr/>
        <a:lstStyle/>
        <a:p>
          <a:r>
            <a:rPr lang="nl-NL" dirty="0" err="1"/>
            <a:t>Retrospective</a:t>
          </a:r>
          <a:endParaRPr lang="en-US" dirty="0"/>
        </a:p>
      </dgm:t>
    </dgm:pt>
    <dgm:pt modelId="{460049E4-946F-4E75-B49F-8568321AA4FE}" type="parTrans" cxnId="{67B933A1-0AE5-4C4D-A0B5-EBE0A80A2588}">
      <dgm:prSet/>
      <dgm:spPr/>
      <dgm:t>
        <a:bodyPr/>
        <a:lstStyle/>
        <a:p>
          <a:endParaRPr lang="en-US"/>
        </a:p>
      </dgm:t>
    </dgm:pt>
    <dgm:pt modelId="{E8B0655A-53FC-4E6E-82E3-745952A7FFA9}" type="sibTrans" cxnId="{67B933A1-0AE5-4C4D-A0B5-EBE0A80A2588}">
      <dgm:prSet/>
      <dgm:spPr/>
      <dgm:t>
        <a:bodyPr/>
        <a:lstStyle/>
        <a:p>
          <a:endParaRPr lang="en-US"/>
        </a:p>
      </dgm:t>
    </dgm:pt>
    <dgm:pt modelId="{774E9802-F0ED-4251-ACFD-96C2E4BE2B81}">
      <dgm:prSet/>
      <dgm:spPr/>
      <dgm:t>
        <a:bodyPr/>
        <a:lstStyle/>
        <a:p>
          <a:r>
            <a:rPr lang="nl-NL" dirty="0"/>
            <a:t>Volgende Sprint</a:t>
          </a:r>
          <a:endParaRPr lang="en-US" dirty="0"/>
        </a:p>
      </dgm:t>
    </dgm:pt>
    <dgm:pt modelId="{9FA6954E-0BBC-405F-89CC-A8CDC366307F}" type="parTrans" cxnId="{2A85D742-EF0E-40C9-9790-CE7A8BE3AD25}">
      <dgm:prSet/>
      <dgm:spPr/>
      <dgm:t>
        <a:bodyPr/>
        <a:lstStyle/>
        <a:p>
          <a:endParaRPr lang="en-US"/>
        </a:p>
      </dgm:t>
    </dgm:pt>
    <dgm:pt modelId="{FBBB005E-76D7-4295-A905-DD5C8267DDE3}" type="sibTrans" cxnId="{2A85D742-EF0E-40C9-9790-CE7A8BE3AD25}">
      <dgm:prSet/>
      <dgm:spPr/>
      <dgm:t>
        <a:bodyPr/>
        <a:lstStyle/>
        <a:p>
          <a:endParaRPr lang="en-US"/>
        </a:p>
      </dgm:t>
    </dgm:pt>
    <dgm:pt modelId="{3864E01A-4732-458C-A7E4-C8D804A0389B}" type="pres">
      <dgm:prSet presAssocID="{67DA44AA-7B44-4C6A-8E45-1D4360E100E0}" presName="vert0" presStyleCnt="0">
        <dgm:presLayoutVars>
          <dgm:dir/>
          <dgm:animOne val="branch"/>
          <dgm:animLvl val="lvl"/>
        </dgm:presLayoutVars>
      </dgm:prSet>
      <dgm:spPr/>
    </dgm:pt>
    <dgm:pt modelId="{49B59DA5-7B4B-42CE-8046-C2F335250FCC}" type="pres">
      <dgm:prSet presAssocID="{F1041D84-036D-4C99-9F44-6591B12AF9AD}" presName="thickLine" presStyleLbl="alignNode1" presStyleIdx="0" presStyleCnt="4"/>
      <dgm:spPr/>
    </dgm:pt>
    <dgm:pt modelId="{AC131272-9CCE-4D83-8594-92EF6523BC42}" type="pres">
      <dgm:prSet presAssocID="{F1041D84-036D-4C99-9F44-6591B12AF9AD}" presName="horz1" presStyleCnt="0"/>
      <dgm:spPr/>
    </dgm:pt>
    <dgm:pt modelId="{40848A1C-09E6-45A3-B202-2941E4141F6A}" type="pres">
      <dgm:prSet presAssocID="{F1041D84-036D-4C99-9F44-6591B12AF9AD}" presName="tx1" presStyleLbl="revTx" presStyleIdx="0" presStyleCnt="4"/>
      <dgm:spPr/>
    </dgm:pt>
    <dgm:pt modelId="{B86EF985-4AFB-4011-A22D-AA7E0435CDCC}" type="pres">
      <dgm:prSet presAssocID="{F1041D84-036D-4C99-9F44-6591B12AF9AD}" presName="vert1" presStyleCnt="0"/>
      <dgm:spPr/>
    </dgm:pt>
    <dgm:pt modelId="{AFAE369B-725F-4660-958B-1185EC50D468}" type="pres">
      <dgm:prSet presAssocID="{6395127E-9425-4E4D-A825-6DE9888D5708}" presName="thickLine" presStyleLbl="alignNode1" presStyleIdx="1" presStyleCnt="4"/>
      <dgm:spPr/>
    </dgm:pt>
    <dgm:pt modelId="{2D574E48-CF93-48E5-854A-CD970C54B46B}" type="pres">
      <dgm:prSet presAssocID="{6395127E-9425-4E4D-A825-6DE9888D5708}" presName="horz1" presStyleCnt="0"/>
      <dgm:spPr/>
    </dgm:pt>
    <dgm:pt modelId="{9083DD31-3468-419C-9D06-BFAA4284E75C}" type="pres">
      <dgm:prSet presAssocID="{6395127E-9425-4E4D-A825-6DE9888D5708}" presName="tx1" presStyleLbl="revTx" presStyleIdx="1" presStyleCnt="4"/>
      <dgm:spPr/>
    </dgm:pt>
    <dgm:pt modelId="{531F0789-D21E-427C-9B97-D38D20C6D3E3}" type="pres">
      <dgm:prSet presAssocID="{6395127E-9425-4E4D-A825-6DE9888D5708}" presName="vert1" presStyleCnt="0"/>
      <dgm:spPr/>
    </dgm:pt>
    <dgm:pt modelId="{C35132EF-1B63-49A9-B24F-8D83F6AC78E8}" type="pres">
      <dgm:prSet presAssocID="{B06F7A36-16A3-4FB7-A6F2-5EE5F845E2A0}" presName="thickLine" presStyleLbl="alignNode1" presStyleIdx="2" presStyleCnt="4"/>
      <dgm:spPr/>
    </dgm:pt>
    <dgm:pt modelId="{6F4B6D39-E6D9-4B1B-BCA0-3F469DF9A6B1}" type="pres">
      <dgm:prSet presAssocID="{B06F7A36-16A3-4FB7-A6F2-5EE5F845E2A0}" presName="horz1" presStyleCnt="0"/>
      <dgm:spPr/>
    </dgm:pt>
    <dgm:pt modelId="{DFF207D5-F365-444F-9CC7-E6C594A14B1B}" type="pres">
      <dgm:prSet presAssocID="{B06F7A36-16A3-4FB7-A6F2-5EE5F845E2A0}" presName="tx1" presStyleLbl="revTx" presStyleIdx="2" presStyleCnt="4"/>
      <dgm:spPr/>
    </dgm:pt>
    <dgm:pt modelId="{565CA483-617D-4ED4-8260-249D8684425F}" type="pres">
      <dgm:prSet presAssocID="{B06F7A36-16A3-4FB7-A6F2-5EE5F845E2A0}" presName="vert1" presStyleCnt="0"/>
      <dgm:spPr/>
    </dgm:pt>
    <dgm:pt modelId="{0D5CEFA3-BEB2-479F-997C-27FBFB20ADC6}" type="pres">
      <dgm:prSet presAssocID="{774E9802-F0ED-4251-ACFD-96C2E4BE2B81}" presName="thickLine" presStyleLbl="alignNode1" presStyleIdx="3" presStyleCnt="4"/>
      <dgm:spPr/>
    </dgm:pt>
    <dgm:pt modelId="{96BBC346-FA44-4ACD-8AD0-CD5D28783017}" type="pres">
      <dgm:prSet presAssocID="{774E9802-F0ED-4251-ACFD-96C2E4BE2B81}" presName="horz1" presStyleCnt="0"/>
      <dgm:spPr/>
    </dgm:pt>
    <dgm:pt modelId="{C78AF888-B2B8-4AA9-B27F-70EFB4BEE8CF}" type="pres">
      <dgm:prSet presAssocID="{774E9802-F0ED-4251-ACFD-96C2E4BE2B81}" presName="tx1" presStyleLbl="revTx" presStyleIdx="3" presStyleCnt="4"/>
      <dgm:spPr/>
    </dgm:pt>
    <dgm:pt modelId="{8C4BC65B-974C-448E-8D90-9BA7AD5DC01E}" type="pres">
      <dgm:prSet presAssocID="{774E9802-F0ED-4251-ACFD-96C2E4BE2B81}" presName="vert1" presStyleCnt="0"/>
      <dgm:spPr/>
    </dgm:pt>
  </dgm:ptLst>
  <dgm:cxnLst>
    <dgm:cxn modelId="{16F3DE1B-2CC7-4E91-BF46-7B0285B3D6C9}" type="presOf" srcId="{67DA44AA-7B44-4C6A-8E45-1D4360E100E0}" destId="{3864E01A-4732-458C-A7E4-C8D804A0389B}" srcOrd="0" destOrd="0" presId="urn:microsoft.com/office/officeart/2008/layout/LinedList"/>
    <dgm:cxn modelId="{83CC2227-1390-4EB6-86B4-2526AA2D24D9}" type="presOf" srcId="{774E9802-F0ED-4251-ACFD-96C2E4BE2B81}" destId="{C78AF888-B2B8-4AA9-B27F-70EFB4BEE8CF}" srcOrd="0" destOrd="0" presId="urn:microsoft.com/office/officeart/2008/layout/LinedList"/>
    <dgm:cxn modelId="{2A85D742-EF0E-40C9-9790-CE7A8BE3AD25}" srcId="{67DA44AA-7B44-4C6A-8E45-1D4360E100E0}" destId="{774E9802-F0ED-4251-ACFD-96C2E4BE2B81}" srcOrd="3" destOrd="0" parTransId="{9FA6954E-0BBC-405F-89CC-A8CDC366307F}" sibTransId="{FBBB005E-76D7-4295-A905-DD5C8267DDE3}"/>
    <dgm:cxn modelId="{9FA5F663-1089-49DF-90DE-EFEC76EACA99}" type="presOf" srcId="{F1041D84-036D-4C99-9F44-6591B12AF9AD}" destId="{40848A1C-09E6-45A3-B202-2941E4141F6A}" srcOrd="0" destOrd="0" presId="urn:microsoft.com/office/officeart/2008/layout/LinedList"/>
    <dgm:cxn modelId="{7489E248-1A07-4FAD-88FA-5E066E50E256}" type="presOf" srcId="{6395127E-9425-4E4D-A825-6DE9888D5708}" destId="{9083DD31-3468-419C-9D06-BFAA4284E75C}" srcOrd="0" destOrd="0" presId="urn:microsoft.com/office/officeart/2008/layout/LinedList"/>
    <dgm:cxn modelId="{8BAB5D6A-2E83-4D8D-B5FD-F2F903F4931C}" srcId="{67DA44AA-7B44-4C6A-8E45-1D4360E100E0}" destId="{6395127E-9425-4E4D-A825-6DE9888D5708}" srcOrd="1" destOrd="0" parTransId="{D37EE379-4C3E-4BE2-9DBB-37AD4EBEF7A3}" sibTransId="{4B73D859-E836-4727-B5BB-6E4C2028B132}"/>
    <dgm:cxn modelId="{67B933A1-0AE5-4C4D-A0B5-EBE0A80A2588}" srcId="{67DA44AA-7B44-4C6A-8E45-1D4360E100E0}" destId="{B06F7A36-16A3-4FB7-A6F2-5EE5F845E2A0}" srcOrd="2" destOrd="0" parTransId="{460049E4-946F-4E75-B49F-8568321AA4FE}" sibTransId="{E8B0655A-53FC-4E6E-82E3-745952A7FFA9}"/>
    <dgm:cxn modelId="{44F21DE2-BDCE-46D0-88F6-F0561C284F17}" srcId="{67DA44AA-7B44-4C6A-8E45-1D4360E100E0}" destId="{F1041D84-036D-4C99-9F44-6591B12AF9AD}" srcOrd="0" destOrd="0" parTransId="{B322792F-B228-47DD-A19E-4417979C5367}" sibTransId="{FE32F3CE-8862-453C-A83C-E6C4CC10271F}"/>
    <dgm:cxn modelId="{07141FF8-9303-41E4-B4B1-3886EB6533CA}" type="presOf" srcId="{B06F7A36-16A3-4FB7-A6F2-5EE5F845E2A0}" destId="{DFF207D5-F365-444F-9CC7-E6C594A14B1B}" srcOrd="0" destOrd="0" presId="urn:microsoft.com/office/officeart/2008/layout/LinedList"/>
    <dgm:cxn modelId="{7106D1B3-51EF-4C5C-B649-3AFD1F84CBB6}" type="presParOf" srcId="{3864E01A-4732-458C-A7E4-C8D804A0389B}" destId="{49B59DA5-7B4B-42CE-8046-C2F335250FCC}" srcOrd="0" destOrd="0" presId="urn:microsoft.com/office/officeart/2008/layout/LinedList"/>
    <dgm:cxn modelId="{8416D9F0-B519-4DDB-83BC-06A185489F2B}" type="presParOf" srcId="{3864E01A-4732-458C-A7E4-C8D804A0389B}" destId="{AC131272-9CCE-4D83-8594-92EF6523BC42}" srcOrd="1" destOrd="0" presId="urn:microsoft.com/office/officeart/2008/layout/LinedList"/>
    <dgm:cxn modelId="{C5447DE1-7BA9-4B9D-9FCD-F0A500C2CE76}" type="presParOf" srcId="{AC131272-9CCE-4D83-8594-92EF6523BC42}" destId="{40848A1C-09E6-45A3-B202-2941E4141F6A}" srcOrd="0" destOrd="0" presId="urn:microsoft.com/office/officeart/2008/layout/LinedList"/>
    <dgm:cxn modelId="{7F4EA35D-0073-4384-8A48-8C07A473FF31}" type="presParOf" srcId="{AC131272-9CCE-4D83-8594-92EF6523BC42}" destId="{B86EF985-4AFB-4011-A22D-AA7E0435CDCC}" srcOrd="1" destOrd="0" presId="urn:microsoft.com/office/officeart/2008/layout/LinedList"/>
    <dgm:cxn modelId="{92624721-5B7E-4629-B08E-959202D2503E}" type="presParOf" srcId="{3864E01A-4732-458C-A7E4-C8D804A0389B}" destId="{AFAE369B-725F-4660-958B-1185EC50D468}" srcOrd="2" destOrd="0" presId="urn:microsoft.com/office/officeart/2008/layout/LinedList"/>
    <dgm:cxn modelId="{7EEDB6EE-C78C-4ADF-B112-D693E4C0750E}" type="presParOf" srcId="{3864E01A-4732-458C-A7E4-C8D804A0389B}" destId="{2D574E48-CF93-48E5-854A-CD970C54B46B}" srcOrd="3" destOrd="0" presId="urn:microsoft.com/office/officeart/2008/layout/LinedList"/>
    <dgm:cxn modelId="{429CA191-44CF-42B1-B64E-38B99E905818}" type="presParOf" srcId="{2D574E48-CF93-48E5-854A-CD970C54B46B}" destId="{9083DD31-3468-419C-9D06-BFAA4284E75C}" srcOrd="0" destOrd="0" presId="urn:microsoft.com/office/officeart/2008/layout/LinedList"/>
    <dgm:cxn modelId="{3E3B636E-D1C5-4AD4-8443-4EE473CC129E}" type="presParOf" srcId="{2D574E48-CF93-48E5-854A-CD970C54B46B}" destId="{531F0789-D21E-427C-9B97-D38D20C6D3E3}" srcOrd="1" destOrd="0" presId="urn:microsoft.com/office/officeart/2008/layout/LinedList"/>
    <dgm:cxn modelId="{5BE1F15C-C3B8-48B1-8B29-44F7372E5ED4}" type="presParOf" srcId="{3864E01A-4732-458C-A7E4-C8D804A0389B}" destId="{C35132EF-1B63-49A9-B24F-8D83F6AC78E8}" srcOrd="4" destOrd="0" presId="urn:microsoft.com/office/officeart/2008/layout/LinedList"/>
    <dgm:cxn modelId="{21E515BD-F8E8-43FD-949F-17CE09CF3B0B}" type="presParOf" srcId="{3864E01A-4732-458C-A7E4-C8D804A0389B}" destId="{6F4B6D39-E6D9-4B1B-BCA0-3F469DF9A6B1}" srcOrd="5" destOrd="0" presId="urn:microsoft.com/office/officeart/2008/layout/LinedList"/>
    <dgm:cxn modelId="{3A25FA8F-1EBA-47E4-85DB-0A64BAD9AE03}" type="presParOf" srcId="{6F4B6D39-E6D9-4B1B-BCA0-3F469DF9A6B1}" destId="{DFF207D5-F365-444F-9CC7-E6C594A14B1B}" srcOrd="0" destOrd="0" presId="urn:microsoft.com/office/officeart/2008/layout/LinedList"/>
    <dgm:cxn modelId="{91D62EFA-74D5-4A5A-AA2E-C079BE1805B2}" type="presParOf" srcId="{6F4B6D39-E6D9-4B1B-BCA0-3F469DF9A6B1}" destId="{565CA483-617D-4ED4-8260-249D8684425F}" srcOrd="1" destOrd="0" presId="urn:microsoft.com/office/officeart/2008/layout/LinedList"/>
    <dgm:cxn modelId="{54688775-C2CE-476D-8B84-E672752AF200}" type="presParOf" srcId="{3864E01A-4732-458C-A7E4-C8D804A0389B}" destId="{0D5CEFA3-BEB2-479F-997C-27FBFB20ADC6}" srcOrd="6" destOrd="0" presId="urn:microsoft.com/office/officeart/2008/layout/LinedList"/>
    <dgm:cxn modelId="{004B3174-7274-4125-8203-26D2187533CE}" type="presParOf" srcId="{3864E01A-4732-458C-A7E4-C8D804A0389B}" destId="{96BBC346-FA44-4ACD-8AD0-CD5D28783017}" srcOrd="7" destOrd="0" presId="urn:microsoft.com/office/officeart/2008/layout/LinedList"/>
    <dgm:cxn modelId="{10092362-FB66-477A-B6DD-4CAC79482F24}" type="presParOf" srcId="{96BBC346-FA44-4ACD-8AD0-CD5D28783017}" destId="{C78AF888-B2B8-4AA9-B27F-70EFB4BEE8CF}" srcOrd="0" destOrd="0" presId="urn:microsoft.com/office/officeart/2008/layout/LinedList"/>
    <dgm:cxn modelId="{B5FFD282-F5C7-4654-96B6-83CF7671A967}" type="presParOf" srcId="{96BBC346-FA44-4ACD-8AD0-CD5D28783017}" destId="{8C4BC65B-974C-448E-8D90-9BA7AD5DC0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59DA5-7B4B-42CE-8046-C2F335250FCC}">
      <dsp:nvSpPr>
        <dsp:cNvPr id="0" name=""/>
        <dsp:cNvSpPr/>
      </dsp:nvSpPr>
      <dsp:spPr>
        <a:xfrm>
          <a:off x="0" y="0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848A1C-09E6-45A3-B202-2941E4141F6A}">
      <dsp:nvSpPr>
        <dsp:cNvPr id="0" name=""/>
        <dsp:cNvSpPr/>
      </dsp:nvSpPr>
      <dsp:spPr>
        <a:xfrm>
          <a:off x="0" y="0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/>
            <a:t>Afgelopen Sprint</a:t>
          </a:r>
          <a:endParaRPr lang="en-US" sz="4900" kern="1200"/>
        </a:p>
      </dsp:txBody>
      <dsp:txXfrm>
        <a:off x="0" y="0"/>
        <a:ext cx="6046132" cy="1151466"/>
      </dsp:txXfrm>
    </dsp:sp>
    <dsp:sp modelId="{AFAE369B-725F-4660-958B-1185EC50D468}">
      <dsp:nvSpPr>
        <dsp:cNvPr id="0" name=""/>
        <dsp:cNvSpPr/>
      </dsp:nvSpPr>
      <dsp:spPr>
        <a:xfrm>
          <a:off x="0" y="1151466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1036716"/>
                <a:satOff val="-5484"/>
                <a:lumOff val="-2091"/>
                <a:alphaOff val="0"/>
                <a:tint val="98000"/>
                <a:lumMod val="100000"/>
              </a:schemeClr>
            </a:gs>
            <a:gs pos="100000">
              <a:schemeClr val="accent2">
                <a:hueOff val="-1036716"/>
                <a:satOff val="-5484"/>
                <a:lumOff val="-2091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3DD31-3468-419C-9D06-BFAA4284E75C}">
      <dsp:nvSpPr>
        <dsp:cNvPr id="0" name=""/>
        <dsp:cNvSpPr/>
      </dsp:nvSpPr>
      <dsp:spPr>
        <a:xfrm>
          <a:off x="0" y="1151466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Voortgang user </a:t>
          </a:r>
          <a:r>
            <a:rPr lang="nl-NL" sz="4900" kern="1200" dirty="0" err="1"/>
            <a:t>stories</a:t>
          </a:r>
          <a:endParaRPr lang="en-US" sz="4900" kern="1200" dirty="0"/>
        </a:p>
      </dsp:txBody>
      <dsp:txXfrm>
        <a:off x="0" y="1151466"/>
        <a:ext cx="6046132" cy="1151466"/>
      </dsp:txXfrm>
    </dsp:sp>
    <dsp:sp modelId="{C35132EF-1B63-49A9-B24F-8D83F6AC78E8}">
      <dsp:nvSpPr>
        <dsp:cNvPr id="0" name=""/>
        <dsp:cNvSpPr/>
      </dsp:nvSpPr>
      <dsp:spPr>
        <a:xfrm>
          <a:off x="0" y="2302933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2073432"/>
                <a:satOff val="-10969"/>
                <a:lumOff val="-4183"/>
                <a:alphaOff val="0"/>
                <a:tint val="98000"/>
                <a:lumMod val="100000"/>
              </a:schemeClr>
            </a:gs>
            <a:gs pos="100000">
              <a:schemeClr val="accent2">
                <a:hueOff val="-2073432"/>
                <a:satOff val="-10969"/>
                <a:lumOff val="-4183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207D5-F365-444F-9CC7-E6C594A14B1B}">
      <dsp:nvSpPr>
        <dsp:cNvPr id="0" name=""/>
        <dsp:cNvSpPr/>
      </dsp:nvSpPr>
      <dsp:spPr>
        <a:xfrm>
          <a:off x="0" y="2302933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 err="1"/>
            <a:t>Retrospective</a:t>
          </a:r>
          <a:endParaRPr lang="en-US" sz="4900" kern="1200" dirty="0"/>
        </a:p>
      </dsp:txBody>
      <dsp:txXfrm>
        <a:off x="0" y="2302933"/>
        <a:ext cx="6046132" cy="1151466"/>
      </dsp:txXfrm>
    </dsp:sp>
    <dsp:sp modelId="{0D5CEFA3-BEB2-479F-997C-27FBFB20ADC6}">
      <dsp:nvSpPr>
        <dsp:cNvPr id="0" name=""/>
        <dsp:cNvSpPr/>
      </dsp:nvSpPr>
      <dsp:spPr>
        <a:xfrm>
          <a:off x="0" y="3454399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AF888-B2B8-4AA9-B27F-70EFB4BEE8CF}">
      <dsp:nvSpPr>
        <dsp:cNvPr id="0" name=""/>
        <dsp:cNvSpPr/>
      </dsp:nvSpPr>
      <dsp:spPr>
        <a:xfrm>
          <a:off x="0" y="3454399"/>
          <a:ext cx="6046132" cy="11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Volgende Sprint</a:t>
          </a:r>
          <a:endParaRPr lang="en-US" sz="4900" kern="1200" dirty="0"/>
        </a:p>
      </dsp:txBody>
      <dsp:txXfrm>
        <a:off x="0" y="3454399"/>
        <a:ext cx="6046132" cy="1151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0973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710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0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695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248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50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287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466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3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853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7885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0395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852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0694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968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698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919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37A092-F479-4C17-8DAB-26C19D8DEF50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EC4132-83FF-430E-8473-4C6C1D8D74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719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FB4-AE30-2A16-C593-EB54DEF46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64268"/>
            <a:ext cx="7197726" cy="2421464"/>
          </a:xfrm>
        </p:spPr>
        <p:txBody>
          <a:bodyPr/>
          <a:lstStyle/>
          <a:p>
            <a:r>
              <a:rPr lang="nl-NL" dirty="0"/>
              <a:t>Sprint review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F6E9-A07E-D9FC-FD58-83D34295F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Matthijs ‘t Hart, </a:t>
            </a:r>
            <a:r>
              <a:rPr lang="nl-NL" dirty="0" err="1"/>
              <a:t>Dax</a:t>
            </a:r>
            <a:r>
              <a:rPr lang="nl-NL" dirty="0"/>
              <a:t> Visser, </a:t>
            </a:r>
            <a:r>
              <a:rPr lang="nl-NL" dirty="0" err="1"/>
              <a:t>Kyrill</a:t>
            </a:r>
            <a:r>
              <a:rPr lang="nl-NL" dirty="0"/>
              <a:t> Kriek</a:t>
            </a:r>
            <a:br>
              <a:rPr lang="nl-NL" dirty="0"/>
            </a:br>
            <a:r>
              <a:rPr lang="nl-NL" dirty="0" err="1"/>
              <a:t>Floating</a:t>
            </a:r>
            <a:r>
              <a:rPr lang="nl-NL" dirty="0"/>
              <a:t> Farm</a:t>
            </a:r>
          </a:p>
        </p:txBody>
      </p:sp>
    </p:spTree>
    <p:extLst>
      <p:ext uri="{BB962C8B-B14F-4D97-AF65-F5344CB8AC3E}">
        <p14:creationId xmlns:p14="http://schemas.microsoft.com/office/powerpoint/2010/main" val="35193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7615-3D95-9288-3494-F58B3175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F587-718E-8155-3A8F-2D329323E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2" y="5516211"/>
            <a:ext cx="8676222" cy="722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Floating Farm?</a:t>
            </a:r>
          </a:p>
        </p:txBody>
      </p:sp>
      <p:pic>
        <p:nvPicPr>
          <p:cNvPr id="5" name="Afbeelding 4" descr="Afbeelding met buitenshuis, plant, staal&#10;&#10;Door AI gegenereerde inhoud is mogelijk onjuist.">
            <a:extLst>
              <a:ext uri="{FF2B5EF4-FFF2-40B4-BE49-F238E27FC236}">
                <a16:creationId xmlns:a16="http://schemas.microsoft.com/office/drawing/2014/main" id="{3BE6EB31-DD18-B678-8AFC-57EDDEF3E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7" b="14650"/>
          <a:stretch>
            <a:fillRect/>
          </a:stretch>
        </p:blipFill>
        <p:spPr>
          <a:xfrm>
            <a:off x="20" y="10"/>
            <a:ext cx="12191980" cy="4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1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5603-2790-B12B-B0B5-1414FE3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nl-NL" sz="4000"/>
              <a:t>Inhoud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64420E-8580-DE79-BAC2-DC432FEED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1564860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62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7DEE-8A82-8133-814C-C22C9822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Afgelopen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C2D2-23D9-2582-009F-C9AA32E6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Floating</a:t>
            </a:r>
            <a:r>
              <a:rPr lang="nl-NL" dirty="0"/>
              <a:t> Farm schaalmodel 2</a:t>
            </a:r>
          </a:p>
          <a:p>
            <a:r>
              <a:rPr lang="nl-NL" dirty="0"/>
              <a:t>Eerste tests uitgevoerd waterdichtheid</a:t>
            </a:r>
          </a:p>
        </p:txBody>
      </p:sp>
    </p:spTree>
    <p:extLst>
      <p:ext uri="{BB962C8B-B14F-4D97-AF65-F5344CB8AC3E}">
        <p14:creationId xmlns:p14="http://schemas.microsoft.com/office/powerpoint/2010/main" val="4184478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3FE21-F5D7-A812-0C94-7BFD3F64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Schaalmodel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EA653-C58D-1D67-B45A-A0326106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Testen waterdichtheid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109D8-6CF4-129A-8C4A-1D8F1FA8206A}"/>
              </a:ext>
            </a:extLst>
          </p:cNvPr>
          <p:cNvSpPr txBox="1"/>
          <p:nvPr/>
        </p:nvSpPr>
        <p:spPr>
          <a:xfrm>
            <a:off x="53440" y="6157356"/>
            <a:ext cx="10622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Requirement</a:t>
            </a:r>
            <a:r>
              <a:rPr lang="nl-NL" dirty="0"/>
              <a:t> 11: Als eigenaar wil ik dat mijn systeem ballasttanks gebruikt, om te zorgen dat het makkelijk toegepast kan worden op andere systemen, en ook niet te grote kosten veroorzaakt</a:t>
            </a:r>
          </a:p>
        </p:txBody>
      </p:sp>
    </p:spTree>
    <p:extLst>
      <p:ext uri="{BB962C8B-B14F-4D97-AF65-F5344CB8AC3E}">
        <p14:creationId xmlns:p14="http://schemas.microsoft.com/office/powerpoint/2010/main" val="173380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AA69-282D-E92C-AEFB-387C4ED1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851" y="-327285"/>
            <a:ext cx="10131425" cy="1456267"/>
          </a:xfrm>
        </p:spPr>
        <p:txBody>
          <a:bodyPr/>
          <a:lstStyle/>
          <a:p>
            <a:r>
              <a:rPr lang="nl-NL" dirty="0"/>
              <a:t>Testplan &amp; Experimenteel onderzoek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00E199-FCF9-F057-6530-B93C1AB42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71" y="684387"/>
            <a:ext cx="5749149" cy="60312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3AD743-3AFC-5E64-8A74-36C1C4A25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838" y="684387"/>
            <a:ext cx="5168182" cy="61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0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54AE4-5C95-62BE-2D21-723C5858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639097"/>
            <a:ext cx="4789678" cy="374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Poster</a:t>
            </a:r>
          </a:p>
        </p:txBody>
      </p:sp>
      <p:pic>
        <p:nvPicPr>
          <p:cNvPr id="6" name="Content Placeholder 5" descr="A black and white logo&#10;&#10;AI-generated content may be incorrect.">
            <a:extLst>
              <a:ext uri="{FF2B5EF4-FFF2-40B4-BE49-F238E27FC236}">
                <a16:creationId xmlns:a16="http://schemas.microsoft.com/office/drawing/2014/main" id="{8F3450A3-0336-6B3F-4878-0397B7DA9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" r="-1" b="662"/>
          <a:stretch>
            <a:fillRect/>
          </a:stretch>
        </p:blipFill>
        <p:spPr>
          <a:xfrm>
            <a:off x="6928099" y="639097"/>
            <a:ext cx="3768941" cy="557543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04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CB48-81CE-C17F-4E1B-E16F9FA6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Demo(‘s)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9565-22DD-20A2-B34E-1FA28051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(Demo’s) [</a:t>
            </a:r>
            <a:r>
              <a:rPr lang="nl-NL" b="1" dirty="0"/>
              <a:t>altijd video </a:t>
            </a:r>
            <a:r>
              <a:rPr lang="nl-NL" b="1" dirty="0" err="1"/>
              <a:t>backup</a:t>
            </a:r>
            <a:r>
              <a:rPr lang="nl-NL" b="1" dirty="0"/>
              <a:t> hebben</a:t>
            </a:r>
            <a:r>
              <a:rPr lang="nl-NL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4681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98AC-B5A0-ADAE-3ED0-CD81C8B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Deze Taken zijn we nog niet aan toegekomen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34C3-F127-C91E-62FA-ABE8206D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Testen</a:t>
            </a:r>
          </a:p>
          <a:p>
            <a:r>
              <a:rPr lang="nl-NL" dirty="0"/>
              <a:t>Integratie van elektronica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454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6FE2-8D8C-7F98-35F4-2C37C5FA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D1E5-C72E-270B-6A56-8AB180F6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Tegenslag met waterdichtheid</a:t>
            </a:r>
          </a:p>
          <a:p>
            <a:r>
              <a:rPr lang="nl-NL" dirty="0"/>
              <a:t>Communicatie blijft een hoogtepunt</a:t>
            </a:r>
            <a:br>
              <a:rPr lang="nl-NL" dirty="0"/>
            </a:br>
            <a:br>
              <a:rPr lang="nl-NL" dirty="0"/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8886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89E1-D74D-5A9F-57D4-8DA70383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4264-81B9-BCB7-DCFB-954A8780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Schaalmodel waterdicht maken (succesvol deze keer)</a:t>
            </a:r>
          </a:p>
          <a:p>
            <a:r>
              <a:rPr lang="nl-NL" dirty="0"/>
              <a:t>Systeemintegratie – code is klaar</a:t>
            </a:r>
          </a:p>
        </p:txBody>
      </p:sp>
    </p:spTree>
    <p:extLst>
      <p:ext uri="{BB962C8B-B14F-4D97-AF65-F5344CB8AC3E}">
        <p14:creationId xmlns:p14="http://schemas.microsoft.com/office/powerpoint/2010/main" val="1714042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B8C221-29AC-C68A-DE18-FFAB64C29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639097"/>
            <a:ext cx="4789678" cy="374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Vragen?</a:t>
            </a:r>
          </a:p>
        </p:txBody>
      </p:sp>
      <p:pic>
        <p:nvPicPr>
          <p:cNvPr id="15" name="Graphic 14" descr="Hulp dun">
            <a:extLst>
              <a:ext uri="{FF2B5EF4-FFF2-40B4-BE49-F238E27FC236}">
                <a16:creationId xmlns:a16="http://schemas.microsoft.com/office/drawing/2014/main" id="{6D8AFA5B-3EBC-07DF-350D-E4D5F5C9B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6606" y="690853"/>
            <a:ext cx="5471927" cy="547192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3718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7DB9D69D51D4199EBB83E098F6C13" ma:contentTypeVersion="12" ma:contentTypeDescription="Create a new document." ma:contentTypeScope="" ma:versionID="ceb163bb5f87e201cdc653da3b4d8be7">
  <xsd:schema xmlns:xsd="http://www.w3.org/2001/XMLSchema" xmlns:xs="http://www.w3.org/2001/XMLSchema" xmlns:p="http://schemas.microsoft.com/office/2006/metadata/properties" xmlns:ns3="8d5dcd13-9b93-4860-8686-258dec0e23be" targetNamespace="http://schemas.microsoft.com/office/2006/metadata/properties" ma:root="true" ma:fieldsID="28cc82626ae761b4ac7541494d6f1d1e" ns3:_="">
    <xsd:import namespace="8d5dcd13-9b93-4860-8686-258dec0e23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dcd13-9b93-4860-8686-258dec0e23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dcd13-9b93-4860-8686-258dec0e23be" xsi:nil="true"/>
  </documentManagement>
</p:properties>
</file>

<file path=customXml/itemProps1.xml><?xml version="1.0" encoding="utf-8"?>
<ds:datastoreItem xmlns:ds="http://schemas.openxmlformats.org/officeDocument/2006/customXml" ds:itemID="{33D4CFAA-434D-4462-B62D-1E23E40456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85628E-9CEE-488E-843E-DA0262089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dcd13-9b93-4860-8686-258dec0e2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E63DC0-0E79-4D45-AB99-081F8145E24C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8d5dcd13-9b93-4860-8686-258dec0e23b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92</TotalTime>
  <Words>133</Words>
  <Application>Microsoft Office PowerPoint</Application>
  <PresentationFormat>Breedbeeld</PresentationFormat>
  <Paragraphs>29</Paragraphs>
  <Slides>12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Sprint review 6</vt:lpstr>
      <vt:lpstr>Recap</vt:lpstr>
      <vt:lpstr>Inhoud</vt:lpstr>
      <vt:lpstr>Afgelopen Sprint</vt:lpstr>
      <vt:lpstr>Schaalmodel 2</vt:lpstr>
      <vt:lpstr>Testplan &amp; Experimenteel onderzoek</vt:lpstr>
      <vt:lpstr>Poster</vt:lpstr>
      <vt:lpstr>Demo(‘s)</vt:lpstr>
      <vt:lpstr>Deze Taken zijn we nog niet aan toegekomen</vt:lpstr>
      <vt:lpstr>retrospective</vt:lpstr>
      <vt:lpstr>Volgende Sprint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Dax Visser (1110166)</cp:lastModifiedBy>
  <cp:revision>9</cp:revision>
  <dcterms:created xsi:type="dcterms:W3CDTF">2025-09-12T09:06:28Z</dcterms:created>
  <dcterms:modified xsi:type="dcterms:W3CDTF">2026-01-06T12:51:58Z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0x01010079D7DB9D69D51D4199EBB83E098F6C13</vt:lpwstr>
  </property>
</Properties>
</file>