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62" d="100"/>
          <a:sy n="62" d="100"/>
        </p:scale>
        <p:origin x="7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(nummer)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Afgemaakte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12</TotalTime>
  <Words>53</Words>
  <Application>Microsoft Office PowerPoint</Application>
  <PresentationFormat>Widescreen</PresentationFormat>
  <Paragraphs>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(nummer)</vt:lpstr>
      <vt:lpstr>Inhoud</vt:lpstr>
      <vt:lpstr>Afgelopen Sprint</vt:lpstr>
      <vt:lpstr>Demo(‘s)</vt:lpstr>
      <vt:lpstr>Deze Taken zijn we nog niet aan toegekomen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3</cp:revision>
  <dcterms:created xsi:type="dcterms:W3CDTF">2025-09-12T09:06:28Z</dcterms:created>
  <dcterms:modified xsi:type="dcterms:W3CDTF">2025-09-16T08:41:08Z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