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5" r:id="rId4"/>
  </p:sldMasterIdLst>
  <p:sldIdLst>
    <p:sldId id="256" r:id="rId5"/>
    <p:sldId id="269" r:id="rId6"/>
    <p:sldId id="257" r:id="rId7"/>
    <p:sldId id="258" r:id="rId8"/>
    <p:sldId id="259" r:id="rId9"/>
    <p:sldId id="260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777537"/>
                <a:satOff val="-4113"/>
                <a:lumOff val="-1568"/>
                <a:alphaOff val="0"/>
                <a:tint val="98000"/>
                <a:lumMod val="100000"/>
              </a:schemeClr>
            </a:gs>
            <a:gs pos="100000">
              <a:schemeClr val="accent2">
                <a:hueOff val="-777537"/>
                <a:satOff val="-4113"/>
                <a:lumOff val="-1568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777537"/>
              <a:satOff val="-4113"/>
              <a:lumOff val="-1568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555074"/>
                <a:satOff val="-8227"/>
                <a:lumOff val="-3137"/>
                <a:alphaOff val="0"/>
                <a:tint val="98000"/>
                <a:lumMod val="100000"/>
              </a:schemeClr>
            </a:gs>
            <a:gs pos="100000">
              <a:schemeClr val="accent2">
                <a:hueOff val="-1555074"/>
                <a:satOff val="-8227"/>
                <a:lumOff val="-3137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1555074"/>
              <a:satOff val="-8227"/>
              <a:lumOff val="-3137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332611"/>
                <a:satOff val="-12340"/>
                <a:lumOff val="-4705"/>
                <a:alphaOff val="0"/>
                <a:tint val="98000"/>
                <a:lumMod val="100000"/>
              </a:schemeClr>
            </a:gs>
            <a:gs pos="100000">
              <a:schemeClr val="accent2">
                <a:hueOff val="-2332611"/>
                <a:satOff val="-12340"/>
                <a:lumOff val="-4705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2332611"/>
              <a:satOff val="-12340"/>
              <a:lumOff val="-4705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110148"/>
                <a:satOff val="-16453"/>
                <a:lumOff val="-6274"/>
                <a:alphaOff val="0"/>
                <a:tint val="98000"/>
                <a:lumMod val="100000"/>
              </a:schemeClr>
            </a:gs>
            <a:gs pos="100000">
              <a:schemeClr val="accent2">
                <a:hueOff val="-3110148"/>
                <a:satOff val="-16453"/>
                <a:lumOff val="-6274"/>
                <a:alphaOff val="0"/>
                <a:shade val="88000"/>
                <a:lumMod val="88000"/>
              </a:schemeClr>
            </a:gs>
          </a:gsLst>
          <a:lin ang="5400000" scaled="1"/>
        </a:gradFill>
        <a:ln w="9525" cap="rnd" cmpd="sng" algn="ctr">
          <a:solidFill>
            <a:schemeClr val="accent2">
              <a:hueOff val="-3110148"/>
              <a:satOff val="-16453"/>
              <a:lumOff val="-6274"/>
              <a:alphaOff val="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09738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106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1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695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481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9503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287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4663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36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7885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03950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5852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0694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9683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698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9191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28-11-2025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719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  <p:sldLayoutId id="2147483797" r:id="rId12"/>
    <p:sldLayoutId id="2147483798" r:id="rId13"/>
    <p:sldLayoutId id="2147483799" r:id="rId14"/>
    <p:sldLayoutId id="2147483800" r:id="rId15"/>
    <p:sldLayoutId id="2147483801" r:id="rId16"/>
    <p:sldLayoutId id="214748380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1964268"/>
            <a:ext cx="7197726" cy="2421464"/>
          </a:xfrm>
        </p:spPr>
        <p:txBody>
          <a:bodyPr/>
          <a:lstStyle/>
          <a:p>
            <a:r>
              <a:rPr lang="nl-NL" dirty="0"/>
              <a:t>Sprint review (nummer)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 dirty="0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hebben we gedaan?)</a:t>
            </a:r>
          </a:p>
          <a:p>
            <a:r>
              <a:rPr lang="nl-NL" dirty="0"/>
              <a:t>(Daarna slides aanmaken gebaseerd op hoeveel uitleg er nodig is)</a:t>
            </a:r>
            <a:br>
              <a:rPr lang="nl-NL" dirty="0"/>
            </a:br>
            <a:r>
              <a:rPr lang="nl-NL" dirty="0"/>
              <a:t>(In de volgende uitbreidings-slides user </a:t>
            </a:r>
            <a:r>
              <a:rPr lang="nl-NL" dirty="0" err="1"/>
              <a:t>stories</a:t>
            </a:r>
            <a:r>
              <a:rPr lang="nl-NL" dirty="0"/>
              <a:t> meenemen)</a:t>
            </a:r>
            <a:br>
              <a:rPr lang="nl-NL" dirty="0"/>
            </a:br>
            <a:r>
              <a:rPr lang="nl-NL" dirty="0"/>
              <a:t>(In de volgende slides de </a:t>
            </a:r>
            <a:r>
              <a:rPr lang="nl-NL" dirty="0" err="1"/>
              <a:t>requirements</a:t>
            </a:r>
            <a:r>
              <a:rPr lang="nl-NL" dirty="0"/>
              <a:t>/user </a:t>
            </a:r>
            <a:r>
              <a:rPr lang="nl-NL" dirty="0" err="1"/>
              <a:t>stories</a:t>
            </a:r>
            <a:r>
              <a:rPr lang="nl-NL" dirty="0"/>
              <a:t> </a:t>
            </a:r>
            <a:r>
              <a:rPr lang="nl-NL" dirty="0" err="1"/>
              <a:t>kopieren</a:t>
            </a:r>
            <a:r>
              <a:rPr lang="nl-NL" dirty="0"/>
              <a:t> uit product </a:t>
            </a:r>
            <a:r>
              <a:rPr lang="nl-NL" dirty="0" err="1"/>
              <a:t>backlog</a:t>
            </a:r>
            <a:r>
              <a:rPr lang="nl-NL" dirty="0"/>
              <a:t>, incl. acceptatiecriteria etc.)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(Demo’s) [</a:t>
            </a:r>
            <a:r>
              <a:rPr lang="nl-NL" b="1" dirty="0"/>
              <a:t>altijd video </a:t>
            </a:r>
            <a:r>
              <a:rPr lang="nl-NL" b="1" dirty="0" err="1"/>
              <a:t>backup</a:t>
            </a:r>
            <a:r>
              <a:rPr lang="nl-NL" b="1" dirty="0"/>
              <a:t> hebben</a:t>
            </a:r>
            <a:r>
              <a:rPr lang="nl-NL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Deze Taken zijn we nog niet aan toegekomen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wel ingepland stond maar nog niet helemaal gedaan is)</a:t>
            </a:r>
            <a:br>
              <a:rPr lang="nl-NL" dirty="0"/>
            </a:br>
            <a:r>
              <a:rPr lang="nl-NL" dirty="0"/>
              <a:t>(Wel laten zien als er een stukje is van die taken dat wel gedaan is)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is er goed/fout gegaan?)</a:t>
            </a:r>
            <a:br>
              <a:rPr lang="nl-NL" dirty="0"/>
            </a:br>
            <a:r>
              <a:rPr lang="nl-NL" dirty="0"/>
              <a:t>(Wat kan er beter?)</a:t>
            </a:r>
            <a:br>
              <a:rPr lang="nl-NL" dirty="0"/>
            </a:br>
            <a:r>
              <a:rPr lang="nl-NL" dirty="0"/>
              <a:t>(Andere dingen waar wij tegenaan gelopen zijn als projectgroep?)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(Wat gaat er de volgende sprint gebeuren?)</a:t>
            </a:r>
            <a:br>
              <a:rPr lang="nl-NL" dirty="0"/>
            </a:br>
            <a:r>
              <a:rPr lang="nl-NL" dirty="0"/>
              <a:t>(Altijd minder beloven meer geven)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20</TotalTime>
  <Words>184</Words>
  <Application>Microsoft Office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Celestial</vt:lpstr>
      <vt:lpstr>Sprint review (nummer)</vt:lpstr>
      <vt:lpstr>Recap</vt:lpstr>
      <vt:lpstr>Inhoud</vt:lpstr>
      <vt:lpstr>Afgelopen Sprint</vt:lpstr>
      <vt:lpstr>Demo(‘s)</vt:lpstr>
      <vt:lpstr>Deze Taken zijn we nog niet aan toegekomen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8</cp:revision>
  <dcterms:created xsi:type="dcterms:W3CDTF">2025-09-12T09:06:28Z</dcterms:created>
  <dcterms:modified xsi:type="dcterms:W3CDTF">2025-11-28T08:24:39Z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