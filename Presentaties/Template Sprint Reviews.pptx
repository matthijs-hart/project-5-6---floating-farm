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5" r:id="rId4"/>
  </p:sldMasterIdLst>
  <p:sldIdLst>
    <p:sldId id="256" r:id="rId5"/>
    <p:sldId id="269" r:id="rId6"/>
    <p:sldId id="257" r:id="rId7"/>
    <p:sldId id="258" r:id="rId8"/>
    <p:sldId id="259" r:id="rId9"/>
    <p:sldId id="260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1041D84-036D-4C99-9F44-6591B12AF9AD}">
      <dgm:prSet/>
      <dgm:spPr/>
      <dgm:t>
        <a:bodyPr/>
        <a:lstStyle/>
        <a:p>
          <a:r>
            <a:rPr lang="nl-NL"/>
            <a:t>Afgelopen Sprint</a:t>
          </a:r>
          <a:endParaRPr lang="en-US"/>
        </a:p>
      </dgm:t>
    </dgm:pt>
    <dgm:pt modelId="{B322792F-B228-47DD-A19E-4417979C5367}" type="parTrans" cxnId="{44F21DE2-BDCE-46D0-88F6-F0561C284F17}">
      <dgm:prSet/>
      <dgm:spPr/>
      <dgm:t>
        <a:bodyPr/>
        <a:lstStyle/>
        <a:p>
          <a:endParaRPr lang="en-US"/>
        </a:p>
      </dgm:t>
    </dgm:pt>
    <dgm:pt modelId="{FE32F3CE-8862-453C-A83C-E6C4CC10271F}" type="sibTrans" cxnId="{44F21DE2-BDCE-46D0-88F6-F0561C284F17}">
      <dgm:prSet/>
      <dgm:spPr/>
      <dgm:t>
        <a:bodyPr/>
        <a:lstStyle/>
        <a:p>
          <a:endParaRPr lang="en-US"/>
        </a:p>
      </dgm:t>
    </dgm:pt>
    <dgm:pt modelId="{6395127E-9425-4E4D-A825-6DE9888D5708}">
      <dgm:prSet/>
      <dgm:spPr/>
      <dgm:t>
        <a:bodyPr/>
        <a:lstStyle/>
        <a:p>
          <a:r>
            <a:rPr lang="nl-NL"/>
            <a:t>Demo’s</a:t>
          </a:r>
          <a:endParaRPr lang="en-US"/>
        </a:p>
      </dgm:t>
    </dgm:pt>
    <dgm:pt modelId="{D37EE379-4C3E-4BE2-9DBB-37AD4EBEF7A3}" type="parTrans" cxnId="{8BAB5D6A-2E83-4D8D-B5FD-F2F903F4931C}">
      <dgm:prSet/>
      <dgm:spPr/>
      <dgm:t>
        <a:bodyPr/>
        <a:lstStyle/>
        <a:p>
          <a:endParaRPr lang="en-US"/>
        </a:p>
      </dgm:t>
    </dgm:pt>
    <dgm:pt modelId="{4B73D859-E836-4727-B5BB-6E4C2028B132}" type="sibTrans" cxnId="{8BAB5D6A-2E83-4D8D-B5FD-F2F903F4931C}">
      <dgm:prSet/>
      <dgm:spPr/>
      <dgm:t>
        <a:bodyPr/>
        <a:lstStyle/>
        <a:p>
          <a:endParaRPr lang="en-US"/>
        </a:p>
      </dgm:t>
    </dgm:pt>
    <dgm:pt modelId="{4EB9CECA-F548-41EA-8D74-27BCA268BEC8}">
      <dgm:prSet/>
      <dgm:spPr/>
      <dgm:t>
        <a:bodyPr/>
        <a:lstStyle/>
        <a:p>
          <a:r>
            <a:rPr lang="nl-NL"/>
            <a:t>Voortgang user stories</a:t>
          </a:r>
          <a:endParaRPr lang="en-US"/>
        </a:p>
      </dgm:t>
    </dgm:pt>
    <dgm:pt modelId="{263AE03A-BA95-45DB-8675-A7B4F7E0DE4E}" type="parTrans" cxnId="{F5BE37AC-5E91-431D-BCA7-6F16C0D3D7F7}">
      <dgm:prSet/>
      <dgm:spPr/>
      <dgm:t>
        <a:bodyPr/>
        <a:lstStyle/>
        <a:p>
          <a:endParaRPr lang="en-US"/>
        </a:p>
      </dgm:t>
    </dgm:pt>
    <dgm:pt modelId="{7544B1B7-6704-4DD7-BD3A-D91E59E728E3}" type="sibTrans" cxnId="{F5BE37AC-5E91-431D-BCA7-6F16C0D3D7F7}">
      <dgm:prSet/>
      <dgm:spPr/>
      <dgm:t>
        <a:bodyPr/>
        <a:lstStyle/>
        <a:p>
          <a:endParaRPr lang="en-US"/>
        </a:p>
      </dgm:t>
    </dgm:pt>
    <dgm:pt modelId="{B06F7A36-16A3-4FB7-A6F2-5EE5F845E2A0}">
      <dgm:prSet/>
      <dgm:spPr/>
      <dgm:t>
        <a:bodyPr/>
        <a:lstStyle/>
        <a:p>
          <a:r>
            <a:rPr lang="nl-NL"/>
            <a:t>Retrospective</a:t>
          </a:r>
          <a:endParaRPr lang="en-US"/>
        </a:p>
      </dgm:t>
    </dgm:pt>
    <dgm:pt modelId="{460049E4-946F-4E75-B49F-8568321AA4FE}" type="parTrans" cxnId="{67B933A1-0AE5-4C4D-A0B5-EBE0A80A2588}">
      <dgm:prSet/>
      <dgm:spPr/>
      <dgm:t>
        <a:bodyPr/>
        <a:lstStyle/>
        <a:p>
          <a:endParaRPr lang="en-US"/>
        </a:p>
      </dgm:t>
    </dgm:pt>
    <dgm:pt modelId="{E8B0655A-53FC-4E6E-82E3-745952A7FFA9}" type="sibTrans" cxnId="{67B933A1-0AE5-4C4D-A0B5-EBE0A80A2588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/>
            <a:t>Volgende Sprint</a:t>
          </a:r>
          <a:endParaRPr lang="en-US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49B59DA5-7B4B-42CE-8046-C2F335250FCC}" type="pres">
      <dgm:prSet presAssocID="{F1041D84-036D-4C99-9F44-6591B12AF9AD}" presName="thickLine" presStyleLbl="alignNode1" presStyleIdx="0" presStyleCnt="5"/>
      <dgm:spPr/>
    </dgm:pt>
    <dgm:pt modelId="{AC131272-9CCE-4D83-8594-92EF6523BC42}" type="pres">
      <dgm:prSet presAssocID="{F1041D84-036D-4C99-9F44-6591B12AF9AD}" presName="horz1" presStyleCnt="0"/>
      <dgm:spPr/>
    </dgm:pt>
    <dgm:pt modelId="{40848A1C-09E6-45A3-B202-2941E4141F6A}" type="pres">
      <dgm:prSet presAssocID="{F1041D84-036D-4C99-9F44-6591B12AF9AD}" presName="tx1" presStyleLbl="revTx" presStyleIdx="0" presStyleCnt="5"/>
      <dgm:spPr/>
    </dgm:pt>
    <dgm:pt modelId="{B86EF985-4AFB-4011-A22D-AA7E0435CDCC}" type="pres">
      <dgm:prSet presAssocID="{F1041D84-036D-4C99-9F44-6591B12AF9AD}" presName="vert1" presStyleCnt="0"/>
      <dgm:spPr/>
    </dgm:pt>
    <dgm:pt modelId="{AFAE369B-725F-4660-958B-1185EC50D468}" type="pres">
      <dgm:prSet presAssocID="{6395127E-9425-4E4D-A825-6DE9888D5708}" presName="thickLine" presStyleLbl="alignNode1" presStyleIdx="1" presStyleCnt="5"/>
      <dgm:spPr/>
    </dgm:pt>
    <dgm:pt modelId="{2D574E48-CF93-48E5-854A-CD970C54B46B}" type="pres">
      <dgm:prSet presAssocID="{6395127E-9425-4E4D-A825-6DE9888D5708}" presName="horz1" presStyleCnt="0"/>
      <dgm:spPr/>
    </dgm:pt>
    <dgm:pt modelId="{9083DD31-3468-419C-9D06-BFAA4284E75C}" type="pres">
      <dgm:prSet presAssocID="{6395127E-9425-4E4D-A825-6DE9888D5708}" presName="tx1" presStyleLbl="revTx" presStyleIdx="1" presStyleCnt="5"/>
      <dgm:spPr/>
    </dgm:pt>
    <dgm:pt modelId="{531F0789-D21E-427C-9B97-D38D20C6D3E3}" type="pres">
      <dgm:prSet presAssocID="{6395127E-9425-4E4D-A825-6DE9888D5708}" presName="vert1" presStyleCnt="0"/>
      <dgm:spPr/>
    </dgm:pt>
    <dgm:pt modelId="{CB7E08E1-7F1A-42DF-9E7C-67B68821F510}" type="pres">
      <dgm:prSet presAssocID="{4EB9CECA-F548-41EA-8D74-27BCA268BEC8}" presName="thickLine" presStyleLbl="alignNode1" presStyleIdx="2" presStyleCnt="5"/>
      <dgm:spPr/>
    </dgm:pt>
    <dgm:pt modelId="{D7DED5B1-C9FB-4F12-AC8D-6573E0522D23}" type="pres">
      <dgm:prSet presAssocID="{4EB9CECA-F548-41EA-8D74-27BCA268BEC8}" presName="horz1" presStyleCnt="0"/>
      <dgm:spPr/>
    </dgm:pt>
    <dgm:pt modelId="{BB4110CE-082E-4CF5-A870-379EADDF9829}" type="pres">
      <dgm:prSet presAssocID="{4EB9CECA-F548-41EA-8D74-27BCA268BEC8}" presName="tx1" presStyleLbl="revTx" presStyleIdx="2" presStyleCnt="5"/>
      <dgm:spPr/>
    </dgm:pt>
    <dgm:pt modelId="{6218ED1B-36BC-4AD8-A79A-8EDBF3181C6D}" type="pres">
      <dgm:prSet presAssocID="{4EB9CECA-F548-41EA-8D74-27BCA268BEC8}" presName="vert1" presStyleCnt="0"/>
      <dgm:spPr/>
    </dgm:pt>
    <dgm:pt modelId="{C35132EF-1B63-49A9-B24F-8D83F6AC78E8}" type="pres">
      <dgm:prSet presAssocID="{B06F7A36-16A3-4FB7-A6F2-5EE5F845E2A0}" presName="thickLine" presStyleLbl="alignNode1" presStyleIdx="3" presStyleCnt="5"/>
      <dgm:spPr/>
    </dgm:pt>
    <dgm:pt modelId="{6F4B6D39-E6D9-4B1B-BCA0-3F469DF9A6B1}" type="pres">
      <dgm:prSet presAssocID="{B06F7A36-16A3-4FB7-A6F2-5EE5F845E2A0}" presName="horz1" presStyleCnt="0"/>
      <dgm:spPr/>
    </dgm:pt>
    <dgm:pt modelId="{DFF207D5-F365-444F-9CC7-E6C594A14B1B}" type="pres">
      <dgm:prSet presAssocID="{B06F7A36-16A3-4FB7-A6F2-5EE5F845E2A0}" presName="tx1" presStyleLbl="revTx" presStyleIdx="3" presStyleCnt="5"/>
      <dgm:spPr/>
    </dgm:pt>
    <dgm:pt modelId="{565CA483-617D-4ED4-8260-249D8684425F}" type="pres">
      <dgm:prSet presAssocID="{B06F7A36-16A3-4FB7-A6F2-5EE5F845E2A0}" presName="vert1" presStyleCnt="0"/>
      <dgm:spPr/>
    </dgm:pt>
    <dgm:pt modelId="{0D5CEFA3-BEB2-479F-997C-27FBFB20ADC6}" type="pres">
      <dgm:prSet presAssocID="{774E9802-F0ED-4251-ACFD-96C2E4BE2B81}" presName="thickLine" presStyleLbl="alignNode1" presStyleIdx="4" presStyleCnt="5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4" presStyleCnt="5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4" destOrd="0" parTransId="{9FA6954E-0BBC-405F-89CC-A8CDC366307F}" sibTransId="{FBBB005E-76D7-4295-A905-DD5C8267DDE3}"/>
    <dgm:cxn modelId="{9FA5F663-1089-49DF-90DE-EFEC76EACA99}" type="presOf" srcId="{F1041D84-036D-4C99-9F44-6591B12AF9AD}" destId="{40848A1C-09E6-45A3-B202-2941E4141F6A}" srcOrd="0" destOrd="0" presId="urn:microsoft.com/office/officeart/2008/layout/LinedList"/>
    <dgm:cxn modelId="{7489E248-1A07-4FAD-88FA-5E066E50E256}" type="presOf" srcId="{6395127E-9425-4E4D-A825-6DE9888D5708}" destId="{9083DD31-3468-419C-9D06-BFAA4284E75C}" srcOrd="0" destOrd="0" presId="urn:microsoft.com/office/officeart/2008/layout/LinedList"/>
    <dgm:cxn modelId="{8BAB5D6A-2E83-4D8D-B5FD-F2F903F4931C}" srcId="{67DA44AA-7B44-4C6A-8E45-1D4360E100E0}" destId="{6395127E-9425-4E4D-A825-6DE9888D5708}" srcOrd="1" destOrd="0" parTransId="{D37EE379-4C3E-4BE2-9DBB-37AD4EBEF7A3}" sibTransId="{4B73D859-E836-4727-B5BB-6E4C2028B132}"/>
    <dgm:cxn modelId="{67B933A1-0AE5-4C4D-A0B5-EBE0A80A2588}" srcId="{67DA44AA-7B44-4C6A-8E45-1D4360E100E0}" destId="{B06F7A36-16A3-4FB7-A6F2-5EE5F845E2A0}" srcOrd="3" destOrd="0" parTransId="{460049E4-946F-4E75-B49F-8568321AA4FE}" sibTransId="{E8B0655A-53FC-4E6E-82E3-745952A7FFA9}"/>
    <dgm:cxn modelId="{F5BE37AC-5E91-431D-BCA7-6F16C0D3D7F7}" srcId="{67DA44AA-7B44-4C6A-8E45-1D4360E100E0}" destId="{4EB9CECA-F548-41EA-8D74-27BCA268BEC8}" srcOrd="2" destOrd="0" parTransId="{263AE03A-BA95-45DB-8675-A7B4F7E0DE4E}" sibTransId="{7544B1B7-6704-4DD7-BD3A-D91E59E728E3}"/>
    <dgm:cxn modelId="{8804CFC0-CFF2-4B99-A5DF-26FDF7D3423C}" type="presOf" srcId="{4EB9CECA-F548-41EA-8D74-27BCA268BEC8}" destId="{BB4110CE-082E-4CF5-A870-379EADDF9829}" srcOrd="0" destOrd="0" presId="urn:microsoft.com/office/officeart/2008/layout/LinedList"/>
    <dgm:cxn modelId="{44F21DE2-BDCE-46D0-88F6-F0561C284F17}" srcId="{67DA44AA-7B44-4C6A-8E45-1D4360E100E0}" destId="{F1041D84-036D-4C99-9F44-6591B12AF9AD}" srcOrd="0" destOrd="0" parTransId="{B322792F-B228-47DD-A19E-4417979C5367}" sibTransId="{FE32F3CE-8862-453C-A83C-E6C4CC10271F}"/>
    <dgm:cxn modelId="{07141FF8-9303-41E4-B4B1-3886EB6533CA}" type="presOf" srcId="{B06F7A36-16A3-4FB7-A6F2-5EE5F845E2A0}" destId="{DFF207D5-F365-444F-9CC7-E6C594A14B1B}" srcOrd="0" destOrd="0" presId="urn:microsoft.com/office/officeart/2008/layout/LinedList"/>
    <dgm:cxn modelId="{7106D1B3-51EF-4C5C-B649-3AFD1F84CBB6}" type="presParOf" srcId="{3864E01A-4732-458C-A7E4-C8D804A0389B}" destId="{49B59DA5-7B4B-42CE-8046-C2F335250FCC}" srcOrd="0" destOrd="0" presId="urn:microsoft.com/office/officeart/2008/layout/LinedList"/>
    <dgm:cxn modelId="{8416D9F0-B519-4DDB-83BC-06A185489F2B}" type="presParOf" srcId="{3864E01A-4732-458C-A7E4-C8D804A0389B}" destId="{AC131272-9CCE-4D83-8594-92EF6523BC42}" srcOrd="1" destOrd="0" presId="urn:microsoft.com/office/officeart/2008/layout/LinedList"/>
    <dgm:cxn modelId="{C5447DE1-7BA9-4B9D-9FCD-F0A500C2CE76}" type="presParOf" srcId="{AC131272-9CCE-4D83-8594-92EF6523BC42}" destId="{40848A1C-09E6-45A3-B202-2941E4141F6A}" srcOrd="0" destOrd="0" presId="urn:microsoft.com/office/officeart/2008/layout/LinedList"/>
    <dgm:cxn modelId="{7F4EA35D-0073-4384-8A48-8C07A473FF31}" type="presParOf" srcId="{AC131272-9CCE-4D83-8594-92EF6523BC42}" destId="{B86EF985-4AFB-4011-A22D-AA7E0435CDCC}" srcOrd="1" destOrd="0" presId="urn:microsoft.com/office/officeart/2008/layout/LinedList"/>
    <dgm:cxn modelId="{92624721-5B7E-4629-B08E-959202D2503E}" type="presParOf" srcId="{3864E01A-4732-458C-A7E4-C8D804A0389B}" destId="{AFAE369B-725F-4660-958B-1185EC50D468}" srcOrd="2" destOrd="0" presId="urn:microsoft.com/office/officeart/2008/layout/LinedList"/>
    <dgm:cxn modelId="{7EEDB6EE-C78C-4ADF-B112-D693E4C0750E}" type="presParOf" srcId="{3864E01A-4732-458C-A7E4-C8D804A0389B}" destId="{2D574E48-CF93-48E5-854A-CD970C54B46B}" srcOrd="3" destOrd="0" presId="urn:microsoft.com/office/officeart/2008/layout/LinedList"/>
    <dgm:cxn modelId="{429CA191-44CF-42B1-B64E-38B99E905818}" type="presParOf" srcId="{2D574E48-CF93-48E5-854A-CD970C54B46B}" destId="{9083DD31-3468-419C-9D06-BFAA4284E75C}" srcOrd="0" destOrd="0" presId="urn:microsoft.com/office/officeart/2008/layout/LinedList"/>
    <dgm:cxn modelId="{3E3B636E-D1C5-4AD4-8443-4EE473CC129E}" type="presParOf" srcId="{2D574E48-CF93-48E5-854A-CD970C54B46B}" destId="{531F0789-D21E-427C-9B97-D38D20C6D3E3}" srcOrd="1" destOrd="0" presId="urn:microsoft.com/office/officeart/2008/layout/LinedList"/>
    <dgm:cxn modelId="{C88A147B-E483-4089-B599-506A69C996C4}" type="presParOf" srcId="{3864E01A-4732-458C-A7E4-C8D804A0389B}" destId="{CB7E08E1-7F1A-42DF-9E7C-67B68821F510}" srcOrd="4" destOrd="0" presId="urn:microsoft.com/office/officeart/2008/layout/LinedList"/>
    <dgm:cxn modelId="{5FA7ECB8-69FE-4D87-B4E5-7B654C99B66D}" type="presParOf" srcId="{3864E01A-4732-458C-A7E4-C8D804A0389B}" destId="{D7DED5B1-C9FB-4F12-AC8D-6573E0522D23}" srcOrd="5" destOrd="0" presId="urn:microsoft.com/office/officeart/2008/layout/LinedList"/>
    <dgm:cxn modelId="{5AB6E121-9BCB-415C-AB98-1113D5F0F0FF}" type="presParOf" srcId="{D7DED5B1-C9FB-4F12-AC8D-6573E0522D23}" destId="{BB4110CE-082E-4CF5-A870-379EADDF9829}" srcOrd="0" destOrd="0" presId="urn:microsoft.com/office/officeart/2008/layout/LinedList"/>
    <dgm:cxn modelId="{D109887D-78D0-4687-ABDD-5926B0A3EB42}" type="presParOf" srcId="{D7DED5B1-C9FB-4F12-AC8D-6573E0522D23}" destId="{6218ED1B-36BC-4AD8-A79A-8EDBF3181C6D}" srcOrd="1" destOrd="0" presId="urn:microsoft.com/office/officeart/2008/layout/LinedList"/>
    <dgm:cxn modelId="{5BE1F15C-C3B8-48B1-8B29-44F7372E5ED4}" type="presParOf" srcId="{3864E01A-4732-458C-A7E4-C8D804A0389B}" destId="{C35132EF-1B63-49A9-B24F-8D83F6AC78E8}" srcOrd="6" destOrd="0" presId="urn:microsoft.com/office/officeart/2008/layout/LinedList"/>
    <dgm:cxn modelId="{21E515BD-F8E8-43FD-949F-17CE09CF3B0B}" type="presParOf" srcId="{3864E01A-4732-458C-A7E4-C8D804A0389B}" destId="{6F4B6D39-E6D9-4B1B-BCA0-3F469DF9A6B1}" srcOrd="7" destOrd="0" presId="urn:microsoft.com/office/officeart/2008/layout/LinedList"/>
    <dgm:cxn modelId="{3A25FA8F-1EBA-47E4-85DB-0A64BAD9AE03}" type="presParOf" srcId="{6F4B6D39-E6D9-4B1B-BCA0-3F469DF9A6B1}" destId="{DFF207D5-F365-444F-9CC7-E6C594A14B1B}" srcOrd="0" destOrd="0" presId="urn:microsoft.com/office/officeart/2008/layout/LinedList"/>
    <dgm:cxn modelId="{91D62EFA-74D5-4A5A-AA2E-C079BE1805B2}" type="presParOf" srcId="{6F4B6D39-E6D9-4B1B-BCA0-3F469DF9A6B1}" destId="{565CA483-617D-4ED4-8260-249D8684425F}" srcOrd="1" destOrd="0" presId="urn:microsoft.com/office/officeart/2008/layout/LinedList"/>
    <dgm:cxn modelId="{54688775-C2CE-476D-8B84-E672752AF200}" type="presParOf" srcId="{3864E01A-4732-458C-A7E4-C8D804A0389B}" destId="{0D5CEFA3-BEB2-479F-997C-27FBFB20ADC6}" srcOrd="8" destOrd="0" presId="urn:microsoft.com/office/officeart/2008/layout/LinedList"/>
    <dgm:cxn modelId="{004B3174-7274-4125-8203-26D2187533CE}" type="presParOf" srcId="{3864E01A-4732-458C-A7E4-C8D804A0389B}" destId="{96BBC346-FA44-4ACD-8AD0-CD5D28783017}" srcOrd="9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B59DA5-7B4B-42CE-8046-C2F335250FCC}">
      <dsp:nvSpPr>
        <dsp:cNvPr id="0" name=""/>
        <dsp:cNvSpPr/>
      </dsp:nvSpPr>
      <dsp:spPr>
        <a:xfrm>
          <a:off x="0" y="562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0848A1C-09E6-45A3-B202-2941E4141F6A}">
      <dsp:nvSpPr>
        <dsp:cNvPr id="0" name=""/>
        <dsp:cNvSpPr/>
      </dsp:nvSpPr>
      <dsp:spPr>
        <a:xfrm>
          <a:off x="0" y="562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Afgelopen Sprint</a:t>
          </a:r>
          <a:endParaRPr lang="en-US" sz="4200" kern="1200"/>
        </a:p>
      </dsp:txBody>
      <dsp:txXfrm>
        <a:off x="0" y="562"/>
        <a:ext cx="6046132" cy="920948"/>
      </dsp:txXfrm>
    </dsp:sp>
    <dsp:sp modelId="{AFAE369B-725F-4660-958B-1185EC50D468}">
      <dsp:nvSpPr>
        <dsp:cNvPr id="0" name=""/>
        <dsp:cNvSpPr/>
      </dsp:nvSpPr>
      <dsp:spPr>
        <a:xfrm>
          <a:off x="0" y="92151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777537"/>
                <a:satOff val="-4113"/>
                <a:lumOff val="-1568"/>
                <a:alphaOff val="0"/>
                <a:tint val="98000"/>
                <a:lumMod val="100000"/>
              </a:schemeClr>
            </a:gs>
            <a:gs pos="100000">
              <a:schemeClr val="accent2">
                <a:hueOff val="-777537"/>
                <a:satOff val="-4113"/>
                <a:lumOff val="-1568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777537"/>
              <a:satOff val="-4113"/>
              <a:lumOff val="-1568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083DD31-3468-419C-9D06-BFAA4284E75C}">
      <dsp:nvSpPr>
        <dsp:cNvPr id="0" name=""/>
        <dsp:cNvSpPr/>
      </dsp:nvSpPr>
      <dsp:spPr>
        <a:xfrm>
          <a:off x="0" y="921510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Demo’s</a:t>
          </a:r>
          <a:endParaRPr lang="en-US" sz="4200" kern="1200"/>
        </a:p>
      </dsp:txBody>
      <dsp:txXfrm>
        <a:off x="0" y="921510"/>
        <a:ext cx="6046132" cy="920948"/>
      </dsp:txXfrm>
    </dsp:sp>
    <dsp:sp modelId="{CB7E08E1-7F1A-42DF-9E7C-67B68821F510}">
      <dsp:nvSpPr>
        <dsp:cNvPr id="0" name=""/>
        <dsp:cNvSpPr/>
      </dsp:nvSpPr>
      <dsp:spPr>
        <a:xfrm>
          <a:off x="0" y="1842458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1555074"/>
                <a:satOff val="-8227"/>
                <a:lumOff val="-3137"/>
                <a:alphaOff val="0"/>
                <a:tint val="98000"/>
                <a:lumMod val="100000"/>
              </a:schemeClr>
            </a:gs>
            <a:gs pos="100000">
              <a:schemeClr val="accent2">
                <a:hueOff val="-1555074"/>
                <a:satOff val="-8227"/>
                <a:lumOff val="-3137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1555074"/>
              <a:satOff val="-8227"/>
              <a:lumOff val="-3137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4110CE-082E-4CF5-A870-379EADDF9829}">
      <dsp:nvSpPr>
        <dsp:cNvPr id="0" name=""/>
        <dsp:cNvSpPr/>
      </dsp:nvSpPr>
      <dsp:spPr>
        <a:xfrm>
          <a:off x="0" y="1842458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Voortgang user stories</a:t>
          </a:r>
          <a:endParaRPr lang="en-US" sz="4200" kern="1200"/>
        </a:p>
      </dsp:txBody>
      <dsp:txXfrm>
        <a:off x="0" y="1842458"/>
        <a:ext cx="6046132" cy="920948"/>
      </dsp:txXfrm>
    </dsp:sp>
    <dsp:sp modelId="{C35132EF-1B63-49A9-B24F-8D83F6AC78E8}">
      <dsp:nvSpPr>
        <dsp:cNvPr id="0" name=""/>
        <dsp:cNvSpPr/>
      </dsp:nvSpPr>
      <dsp:spPr>
        <a:xfrm>
          <a:off x="0" y="2763407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2332611"/>
                <a:satOff val="-12340"/>
                <a:lumOff val="-4705"/>
                <a:alphaOff val="0"/>
                <a:tint val="98000"/>
                <a:lumMod val="100000"/>
              </a:schemeClr>
            </a:gs>
            <a:gs pos="100000">
              <a:schemeClr val="accent2">
                <a:hueOff val="-2332611"/>
                <a:satOff val="-12340"/>
                <a:lumOff val="-4705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2332611"/>
              <a:satOff val="-12340"/>
              <a:lumOff val="-4705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FF207D5-F365-444F-9CC7-E6C594A14B1B}">
      <dsp:nvSpPr>
        <dsp:cNvPr id="0" name=""/>
        <dsp:cNvSpPr/>
      </dsp:nvSpPr>
      <dsp:spPr>
        <a:xfrm>
          <a:off x="0" y="2763407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Retrospective</a:t>
          </a:r>
          <a:endParaRPr lang="en-US" sz="4200" kern="1200"/>
        </a:p>
      </dsp:txBody>
      <dsp:txXfrm>
        <a:off x="0" y="2763407"/>
        <a:ext cx="6046132" cy="920948"/>
      </dsp:txXfrm>
    </dsp:sp>
    <dsp:sp modelId="{0D5CEFA3-BEB2-479F-997C-27FBFB20ADC6}">
      <dsp:nvSpPr>
        <dsp:cNvPr id="0" name=""/>
        <dsp:cNvSpPr/>
      </dsp:nvSpPr>
      <dsp:spPr>
        <a:xfrm>
          <a:off x="0" y="3684355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3110148"/>
                <a:satOff val="-16453"/>
                <a:lumOff val="-6274"/>
                <a:alphaOff val="0"/>
                <a:tint val="98000"/>
                <a:lumMod val="100000"/>
              </a:schemeClr>
            </a:gs>
            <a:gs pos="100000">
              <a:schemeClr val="accent2">
                <a:hueOff val="-3110148"/>
                <a:satOff val="-16453"/>
                <a:lumOff val="-6274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3110148"/>
              <a:satOff val="-16453"/>
              <a:lumOff val="-6274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3684355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Volgende Sprint</a:t>
          </a:r>
          <a:endParaRPr lang="en-US" sz="4200" kern="1200"/>
        </a:p>
      </dsp:txBody>
      <dsp:txXfrm>
        <a:off x="0" y="3684355"/>
        <a:ext cx="6046132" cy="920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809738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971066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019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36955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02481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99503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42879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4663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6366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8534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378852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303950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758522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06946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596834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6985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59191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71958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6" r:id="rId1"/>
    <p:sldLayoutId id="2147483787" r:id="rId2"/>
    <p:sldLayoutId id="2147483788" r:id="rId3"/>
    <p:sldLayoutId id="2147483789" r:id="rId4"/>
    <p:sldLayoutId id="2147483790" r:id="rId5"/>
    <p:sldLayoutId id="2147483791" r:id="rId6"/>
    <p:sldLayoutId id="2147483792" r:id="rId7"/>
    <p:sldLayoutId id="2147483793" r:id="rId8"/>
    <p:sldLayoutId id="2147483794" r:id="rId9"/>
    <p:sldLayoutId id="2147483795" r:id="rId10"/>
    <p:sldLayoutId id="2147483796" r:id="rId11"/>
    <p:sldLayoutId id="2147483797" r:id="rId12"/>
    <p:sldLayoutId id="2147483798" r:id="rId13"/>
    <p:sldLayoutId id="2147483799" r:id="rId14"/>
    <p:sldLayoutId id="2147483800" r:id="rId15"/>
    <p:sldLayoutId id="2147483801" r:id="rId16"/>
    <p:sldLayoutId id="2147483802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62399" y="1964268"/>
            <a:ext cx="7197726" cy="2421464"/>
          </a:xfrm>
        </p:spPr>
        <p:txBody>
          <a:bodyPr/>
          <a:lstStyle/>
          <a:p>
            <a:r>
              <a:rPr lang="nl-NL" dirty="0"/>
              <a:t>Sprint review (nummer)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 dirty="0"/>
              <a:t> Farm</a:t>
            </a:r>
          </a:p>
        </p:txBody>
      </p:sp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27615-3D95-9288-3494-F58B3175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012" y="4363271"/>
            <a:ext cx="8676222" cy="106680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dirty="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5F587-718E-8155-3A8F-2D329323E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1012" y="5516211"/>
            <a:ext cx="8676222" cy="72224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rPr>
              <a:t>Floating Farm?</a:t>
            </a:r>
          </a:p>
        </p:txBody>
      </p:sp>
      <p:pic>
        <p:nvPicPr>
          <p:cNvPr id="5" name="Afbeelding 4" descr="Afbeelding met buitenshuis, plant, staal&#10;&#10;Door AI gegenereerde inhoud is mogelijk onjuist.">
            <a:extLst>
              <a:ext uri="{FF2B5EF4-FFF2-40B4-BE49-F238E27FC236}">
                <a16:creationId xmlns:a16="http://schemas.microsoft.com/office/drawing/2014/main" id="{3BE6EB31-DD18-B678-8AFC-57EDDEF3E3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637" b="14650"/>
          <a:stretch>
            <a:fillRect/>
          </a:stretch>
        </p:blipFill>
        <p:spPr>
          <a:xfrm>
            <a:off x="20" y="10"/>
            <a:ext cx="12191980" cy="4273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5127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(Wat hebben we gedaan?)</a:t>
            </a:r>
          </a:p>
          <a:p>
            <a:r>
              <a:rPr lang="nl-NL" dirty="0"/>
              <a:t>(Daarna slides aanmaken gebaseerd op hoeveel uitleg er nodig is)</a:t>
            </a:r>
            <a:br>
              <a:rPr lang="nl-NL" dirty="0"/>
            </a:br>
            <a:r>
              <a:rPr lang="nl-NL" dirty="0"/>
              <a:t>(In de volgende uitbreidings-slides user </a:t>
            </a:r>
            <a:r>
              <a:rPr lang="nl-NL" dirty="0" err="1"/>
              <a:t>stories</a:t>
            </a:r>
            <a:r>
              <a:rPr lang="nl-NL" dirty="0"/>
              <a:t> meenemen)</a:t>
            </a:r>
          </a:p>
        </p:txBody>
      </p:sp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BCB48-81CE-C17F-4E1B-E16F9FA67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Demo(‘s)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39565-22DD-20A2-B34E-1FA28051E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(Demo’s) [</a:t>
            </a:r>
            <a:r>
              <a:rPr lang="nl-NL" b="1" dirty="0"/>
              <a:t>altijd video </a:t>
            </a:r>
            <a:r>
              <a:rPr lang="nl-NL" b="1" dirty="0" err="1"/>
              <a:t>backup</a:t>
            </a:r>
            <a:r>
              <a:rPr lang="nl-NL" b="1" dirty="0"/>
              <a:t> hebben</a:t>
            </a:r>
            <a:r>
              <a:rPr lang="nl-NL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74681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Deze Taken zijn we nog niet aan toegekomen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/>
              <a:t>(Wat wel ingepland stond maar nog niet helemaal gedaan is)</a:t>
            </a:r>
            <a:br>
              <a:rPr lang="nl-NL"/>
            </a:br>
            <a:r>
              <a:rPr lang="nl-NL"/>
              <a:t>(Wel laten zien wat ervan wel gedaan is)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retrospective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(Wat is er goed/fout gegaan?)</a:t>
            </a:r>
            <a:br>
              <a:rPr lang="nl-NL" dirty="0"/>
            </a:br>
            <a:r>
              <a:rPr lang="nl-NL" dirty="0"/>
              <a:t>(Wat kan er beter?)</a:t>
            </a:r>
            <a:br>
              <a:rPr lang="nl-NL" dirty="0"/>
            </a:br>
            <a:r>
              <a:rPr lang="nl-NL" dirty="0"/>
              <a:t>(Andere dingen waar wij tegenaan gelopen zijn als projectgroep?)</a:t>
            </a:r>
          </a:p>
        </p:txBody>
      </p:sp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(Wat gaat er de volgende sprint gebeuren)</a:t>
            </a:r>
            <a:br>
              <a:rPr lang="nl-NL" dirty="0"/>
            </a:br>
            <a:r>
              <a:rPr lang="nl-NL" dirty="0"/>
              <a:t>(Altijd minder beloven </a:t>
            </a:r>
            <a:r>
              <a:rPr lang="nl-NL"/>
              <a:t>meer geven)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Vragen?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C878-EE76-9B51-B735-FB5D5DF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TM03457452[[fn=Celestial]]</Template>
  <TotalTime>18</TotalTime>
  <Words>156</Words>
  <Application>Microsoft Office PowerPoint</Application>
  <PresentationFormat>Widescreen</PresentationFormat>
  <Paragraphs>22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Celestial</vt:lpstr>
      <vt:lpstr>Sprint review (nummer)</vt:lpstr>
      <vt:lpstr>Recap</vt:lpstr>
      <vt:lpstr>Inhoud</vt:lpstr>
      <vt:lpstr>Afgelopen Sprint</vt:lpstr>
      <vt:lpstr>Demo(‘s)</vt:lpstr>
      <vt:lpstr>Deze Taken zijn we nog niet aan toegekomen</vt:lpstr>
      <vt:lpstr>retrospective</vt:lpstr>
      <vt:lpstr>Volgende Sprint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Matthijs t Hart (1095080)</cp:lastModifiedBy>
  <cp:revision>7</cp:revision>
  <dcterms:created xsi:type="dcterms:W3CDTF">2025-09-12T09:06:28Z</dcterms:created>
  <dcterms:modified xsi:type="dcterms:W3CDTF">2025-11-25T09:21:49Z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